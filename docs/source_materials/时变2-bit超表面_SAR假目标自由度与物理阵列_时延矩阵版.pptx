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d27fdbfbea4e0c" /><Relationship Type="http://schemas.openxmlformats.org/officeDocument/2006/relationships/extended-properties" Target="/docProps/app.xml" Id="R0833034da50b4a0a" /><Relationship Type="http://schemas.openxmlformats.org/officeDocument/2006/relationships/officeDocument" Target="/ppt/presentation.xml" Id="Rc265870afb7b41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1b42e1f2054f2a"/>
  </p:sldMasterIdLst>
  <p:notesMasterIdLst>
    <p:notesMasterId xmlns:r="http://schemas.openxmlformats.org/officeDocument/2006/relationships" r:id="R4eaa90b2863341f1"/>
  </p:notesMasterIdLst>
  <p:sldIdLst>
    <p:sldId xmlns:r="http://schemas.openxmlformats.org/officeDocument/2006/relationships" id="256" r:id="R91dc12499b2c4871"/>
    <p:sldId xmlns:r="http://schemas.openxmlformats.org/officeDocument/2006/relationships" id="257" r:id="R401b6b6d01804757"/>
    <p:sldId xmlns:r="http://schemas.openxmlformats.org/officeDocument/2006/relationships" id="258" r:id="Rc6b3c842ebdd4e10"/>
    <p:sldId xmlns:r="http://schemas.openxmlformats.org/officeDocument/2006/relationships" id="259" r:id="Rebcb2d4569e74f17"/>
    <p:sldId xmlns:r="http://schemas.openxmlformats.org/officeDocument/2006/relationships" id="260" r:id="R71a466250bee4055"/>
    <p:sldId xmlns:r="http://schemas.openxmlformats.org/officeDocument/2006/relationships" id="261" r:id="Raf3369d984df4296"/>
    <p:sldId xmlns:r="http://schemas.openxmlformats.org/officeDocument/2006/relationships" id="262" r:id="Rf9af34297eca4773"/>
    <p:sldId xmlns:r="http://schemas.openxmlformats.org/officeDocument/2006/relationships" id="263" r:id="R0884b6acbd2f48cd"/>
    <p:sldId xmlns:r="http://schemas.openxmlformats.org/officeDocument/2006/relationships" id="264" r:id="R3d241af727344453"/>
    <p:sldId xmlns:r="http://schemas.openxmlformats.org/officeDocument/2006/relationships" id="265" r:id="R148f1aea2bd14784"/>
    <p:sldId xmlns:r="http://schemas.openxmlformats.org/officeDocument/2006/relationships" id="266" r:id="R44b082937ffb426c"/>
    <p:sldId xmlns:r="http://schemas.openxmlformats.org/officeDocument/2006/relationships" id="267" r:id="Rc2f33eef24b149a4"/>
    <p:sldId xmlns:r="http://schemas.openxmlformats.org/officeDocument/2006/relationships" id="268" r:id="R3123d27b09e44315"/>
    <p:sldId xmlns:r="http://schemas.openxmlformats.org/officeDocument/2006/relationships" id="269" r:id="Ra09a7d3932cc4b16"/>
    <p:sldId xmlns:r="http://schemas.openxmlformats.org/officeDocument/2006/relationships" id="270" r:id="R60a71f94f01249bb"/>
    <p:sldId xmlns:r="http://schemas.openxmlformats.org/officeDocument/2006/relationships" id="271" r:id="R31bf630a4ed0454e"/>
    <p:sldId xmlns:r="http://schemas.openxmlformats.org/officeDocument/2006/relationships" id="272" r:id="R8a620701033a4abb"/>
    <p:sldId xmlns:r="http://schemas.openxmlformats.org/officeDocument/2006/relationships" id="273" r:id="Re09139efac8c441b"/>
    <p:sldId xmlns:r="http://schemas.openxmlformats.org/officeDocument/2006/relationships" id="274" r:id="Refb32a72de8f4e85"/>
    <p:sldId xmlns:r="http://schemas.openxmlformats.org/officeDocument/2006/relationships" id="275" r:id="R4ba2f33adc534b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a645bc250b4fc7" /><Relationship Type="http://schemas.openxmlformats.org/officeDocument/2006/relationships/slideMaster" Target="/ppt/slideMasters/slideMaster1.xml" Id="R031b42e1f2054f2a" /><Relationship Type="http://schemas.openxmlformats.org/officeDocument/2006/relationships/notesMaster" Target="/ppt/notesMasters/notesMaster1.xml" Id="R4eaa90b2863341f1" /><Relationship Type="http://schemas.openxmlformats.org/officeDocument/2006/relationships/presProps" Target="/ppt/presProps.xml" Id="R65a4d41970334b72" /><Relationship Type="http://schemas.openxmlformats.org/officeDocument/2006/relationships/tableStyles" Target="/ppt/tableStyles.xml" Id="Rfcfb2b4ef7284db9" /><Relationship Type="http://schemas.openxmlformats.org/officeDocument/2006/relationships/slide" Target="/ppt/slides/slide1.xml" Id="R91dc12499b2c4871" /><Relationship Type="http://schemas.openxmlformats.org/officeDocument/2006/relationships/slide" Target="/ppt/slides/slide2.xml" Id="R401b6b6d01804757" /><Relationship Type="http://schemas.openxmlformats.org/officeDocument/2006/relationships/slide" Target="/ppt/slides/slide3.xml" Id="Rc6b3c842ebdd4e10" /><Relationship Type="http://schemas.openxmlformats.org/officeDocument/2006/relationships/slide" Target="/ppt/slides/slide4.xml" Id="Rebcb2d4569e74f17" /><Relationship Type="http://schemas.openxmlformats.org/officeDocument/2006/relationships/slide" Target="/ppt/slides/slide5.xml" Id="R71a466250bee4055" /><Relationship Type="http://schemas.openxmlformats.org/officeDocument/2006/relationships/slide" Target="/ppt/slides/slide6.xml" Id="Raf3369d984df4296" /><Relationship Type="http://schemas.openxmlformats.org/officeDocument/2006/relationships/slide" Target="/ppt/slides/slide7.xml" Id="Rf9af34297eca4773" /><Relationship Type="http://schemas.openxmlformats.org/officeDocument/2006/relationships/slide" Target="/ppt/slides/slide8.xml" Id="R0884b6acbd2f48cd" /><Relationship Type="http://schemas.openxmlformats.org/officeDocument/2006/relationships/slide" Target="/ppt/slides/slide9.xml" Id="R3d241af727344453" /><Relationship Type="http://schemas.openxmlformats.org/officeDocument/2006/relationships/slide" Target="/ppt/slides/slide10.xml" Id="R148f1aea2bd14784" /><Relationship Type="http://schemas.openxmlformats.org/officeDocument/2006/relationships/slide" Target="/ppt/slides/slide11.xml" Id="R44b082937ffb426c" /><Relationship Type="http://schemas.openxmlformats.org/officeDocument/2006/relationships/slide" Target="/ppt/slides/slide12.xml" Id="Rc2f33eef24b149a4" /><Relationship Type="http://schemas.openxmlformats.org/officeDocument/2006/relationships/slide" Target="/ppt/slides/slide13.xml" Id="R3123d27b09e44315" /><Relationship Type="http://schemas.openxmlformats.org/officeDocument/2006/relationships/slide" Target="/ppt/slides/slide14.xml" Id="Ra09a7d3932cc4b16" /><Relationship Type="http://schemas.openxmlformats.org/officeDocument/2006/relationships/slide" Target="/ppt/slides/slide15.xml" Id="R60a71f94f01249bb" /><Relationship Type="http://schemas.openxmlformats.org/officeDocument/2006/relationships/slide" Target="/ppt/slides/slide16.xml" Id="R31bf630a4ed0454e" /><Relationship Type="http://schemas.openxmlformats.org/officeDocument/2006/relationships/slide" Target="/ppt/slides/slide17.xml" Id="R8a620701033a4abb" /><Relationship Type="http://schemas.openxmlformats.org/officeDocument/2006/relationships/slide" Target="/ppt/slides/slide18.xml" Id="Re09139efac8c441b" /><Relationship Type="http://schemas.openxmlformats.org/officeDocument/2006/relationships/slide" Target="/ppt/slides/slide19.xml" Id="Refb32a72de8f4e85" /><Relationship Type="http://schemas.openxmlformats.org/officeDocument/2006/relationships/slide" Target="/ppt/slides/slide20.xml" Id="R4ba2f33adc534b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028b5b426348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odex Grid SAR">
      <a:dk1>
        <a:srgbClr val="000000"/>
      </a:dk1>
      <a:lt1>
        <a:srgbClr val="FFFFFF"/>
      </a:lt1>
      <a:dk2>
        <a:srgbClr val="102A43"/>
      </a:dk2>
      <a:lt2>
        <a:srgbClr val="D6DEE6"/>
      </a:lt2>
      <a:accent1>
        <a:srgbClr val="2563EB"/>
      </a:accent1>
      <a:accent2>
        <a:srgbClr val="31B7E8"/>
      </a:accent2>
      <a:accent3>
        <a:srgbClr val="F59E0B"/>
      </a:accent3>
      <a:accent4>
        <a:srgbClr val="D64545"/>
      </a:accent4>
      <a:accent5>
        <a:srgbClr val="7C5CE0"/>
      </a:accent5>
      <a:accent6>
        <a:srgbClr val="159A69"/>
      </a:accent6>
      <a:hlink>
        <a:srgbClr val="2563EB"/>
      </a:hlink>
      <a:folHlink>
        <a:srgbClr val="7C5CE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dex Grid SA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1565fe689f496c" /><Relationship Type="http://schemas.openxmlformats.org/officeDocument/2006/relationships/notesMaster" Target="/ppt/notesMasters/notesMaster1.xml" Id="R641cf7ef86864b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cf37aff24f4bfe" /><Relationship Type="http://schemas.openxmlformats.org/officeDocument/2006/relationships/notesMaster" Target="/ppt/notesMasters/notesMaster1.xml" Id="R95ce1834e33c44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46fd05525c489e" /><Relationship Type="http://schemas.openxmlformats.org/officeDocument/2006/relationships/notesMaster" Target="/ppt/notesMasters/notesMaster1.xml" Id="Re6eac653af4f4a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b68ffa43cc475b" /><Relationship Type="http://schemas.openxmlformats.org/officeDocument/2006/relationships/notesMaster" Target="/ppt/notesMasters/notesMaster1.xml" Id="R767b2c42b92647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f371912b48477c" /><Relationship Type="http://schemas.openxmlformats.org/officeDocument/2006/relationships/notesMaster" Target="/ppt/notesMasters/notesMaster1.xml" Id="Rbbe5a14f19e145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d2d1a69fe4c24" /><Relationship Type="http://schemas.openxmlformats.org/officeDocument/2006/relationships/notesMaster" Target="/ppt/notesMasters/notesMaster1.xml" Id="R827dab41276947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9f5fc9832f4cf4" /><Relationship Type="http://schemas.openxmlformats.org/officeDocument/2006/relationships/notesMaster" Target="/ppt/notesMasters/notesMaster1.xml" Id="Rd055636a572e4a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daace82030428a" /><Relationship Type="http://schemas.openxmlformats.org/officeDocument/2006/relationships/notesMaster" Target="/ppt/notesMasters/notesMaster1.xml" Id="R247facc5f27241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1f418ab2184582" /><Relationship Type="http://schemas.openxmlformats.org/officeDocument/2006/relationships/notesMaster" Target="/ppt/notesMasters/notesMaster1.xml" Id="R55cf425874c542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8ced32a14f4c19" /><Relationship Type="http://schemas.openxmlformats.org/officeDocument/2006/relationships/notesMaster" Target="/ppt/notesMasters/notesMaster1.xml" Id="R243e026a28604c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f09a4937a949f0" /><Relationship Type="http://schemas.openxmlformats.org/officeDocument/2006/relationships/notesMaster" Target="/ppt/notesMasters/notesMaster1.xml" Id="R68ba0d25b36545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6c3d97378245d8" /><Relationship Type="http://schemas.openxmlformats.org/officeDocument/2006/relationships/notesMaster" Target="/ppt/notesMasters/notesMaster1.xml" Id="R510ceb8ba4cb42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11b8f0814046bf" /><Relationship Type="http://schemas.openxmlformats.org/officeDocument/2006/relationships/notesMaster" Target="/ppt/notesMasters/notesMaster1.xml" Id="R69565b5e402f40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aa7ede99544671" /><Relationship Type="http://schemas.openxmlformats.org/officeDocument/2006/relationships/notesMaster" Target="/ppt/notesMasters/notesMaster1.xml" Id="R94fe6b4c542c4f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733f3f507d4181" /><Relationship Type="http://schemas.openxmlformats.org/officeDocument/2006/relationships/notesMaster" Target="/ppt/notesMasters/notesMaster1.xml" Id="Rb1bf81ea4a9743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9902752a7349c0" /><Relationship Type="http://schemas.openxmlformats.org/officeDocument/2006/relationships/notesMaster" Target="/ppt/notesMasters/notesMaster1.xml" Id="R19c3a052510747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60155de3e849f7" /><Relationship Type="http://schemas.openxmlformats.org/officeDocument/2006/relationships/notesMaster" Target="/ppt/notesMasters/notesMaster1.xml" Id="Rdf015f86c5a340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ddd00bf812489f" /><Relationship Type="http://schemas.openxmlformats.org/officeDocument/2006/relationships/notesMaster" Target="/ppt/notesMasters/notesMaster1.xml" Id="R4a186d36d7c54f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750b0983d394e6f" /><Relationship Type="http://schemas.openxmlformats.org/officeDocument/2006/relationships/notesMaster" Target="/ppt/notesMasters/notesMaster1.xml" Id="R29986f0ee3ee4d9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3bc33eed75145ed" /><Relationship Type="http://schemas.openxmlformats.org/officeDocument/2006/relationships/notesMaster" Target="/ppt/notesMasters/notesMaster1.xml" Id="Rabd6cac1655745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开场强调：本工作已经从单一4×4现象扩展成可配置的假目标生成框架。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本页建立四层自由度：位置、数量、幅度、副谐波。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https://www.nature.com/articles/s41377-018-0092-z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解释卷积/闵可夫斯基和：目标几何与编码核可以分开设计。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https://www.nature.com/articles/s41377-018-0092-z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一个二维调制通道；四组循环时延保留(+1,+1)，并对−3/+5形成零陷。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https://www.nature.com/articles/s41377-018-0092-z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两个通道各占一半有效口径；位置可由两组(fₘ,ᵣ,fₘ,ₐ)独立给定。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https://www.nature.com/articles/s41377-018-0092-z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共享方位频率、设置三个距离频率，可得到等方位的三机线目标。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https://www.nature.com/articles/s41377-018-0092-z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外层4×4宏格可平均分给4个通道；每个宏格内部仍包含4×4循环时延子单元。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https://www.nature.com/articles/s41377-018-0092-z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五个通道的二维频率坐标可以自由选择；包含(0,0)时，目标与原机位置重合。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https://www.nature.com/articles/s41377-018-0092-z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强调数量自由度不是无损复制；这里按等面积分区做保守幅度预算。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图中−5.19 dB来自当前平衡2-bit四相位序列与四分区相消的组合，不是PIN管反射损耗。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https://www.nature.com/articles/s41377-018-0092-z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两机自由度的关键不是简单翻倍，而是是否共享控制器、是否发生目标位置重叠。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说明四架真实飞机位于四角浅蓝框；每架的四通道偏移方向根据所在角点自动指向阵列内部。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https://www.nature.com/articles/s41377-018-0092-z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两级结构必须区分：外层4×4负责目标数量和位置，内层4×4时延负责清理每个通道的量化副谐波。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https://www.nature.com/articles/s41377-018-0092-z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5×5适合五点、字母笔画或五机线目标。每个目标位置仍由对应的距离/方位调制频率独立指定。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https://www.nature.com/articles/s41377-018-0092-z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左图是700散射点、0.25 m分辨率的统一自由度仿真；右图是3000散射点的高分辨率独立验证。二者都从原始回波成像。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https://www.nature.com/articles/s41377-018-0092-z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强调这不是把飞机图片排成心形，而是每个手绘像素生成一组实际调制频率和整数宏格分配。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这页体现用户所谓“随手一画”：改变的是控制表，而不是重新制作超表面。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默认没有手机图片时用Z形掩膜演示；放入实际手绘PNG后代码会自动替换。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讲清楚时间延迟不改变单分区谐波幅度，却按阶次旋转相位；多个空间分区再相干相消。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https://www.nature.com/articles/s41377-018-0092-z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这是一条从理想MATLAB到可投版样机的最短路径。9 GHz文献已给出2-bit PIN四态和幅度&gt;0.8的实例，但本项目仍需在10 GHz、带宽和斜入射下重新优化。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https://www.nature.com/articles/s41377-019-0205-3</a:t>
            </a:r>
          </a:p>
          <a:p xmlns:a="http://schemas.openxmlformats.org/drawingml/2006/main">
            <a:r>
              <a:t>- https://www.nature.com/articles/s41377-018-0092-z</a:t>
            </a:r>
          </a:p>
          <a:p xmlns:a="http://schemas.openxmlformats.org/drawingml/2006/main">
            <a:r>
              <a:t>- https://www.nature.com/articles/s41467-023-41031-0</a:t>
            </a:r>
          </a:p>
          <a:p xmlns:a="http://schemas.openxmlformats.org/drawingml/2006/main">
            <a:r>
              <a:t>- https://www.mdpi.com/2072-4292/18/7/1060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ddd605c894d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87302397d443b1" /><Relationship Type="http://schemas.openxmlformats.org/officeDocument/2006/relationships/slideLayout" Target="/ppt/slideLayouts/slideLayout1.xml" Id="Rc6733aae08ee47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733aae08ee47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odex Grid SAR">
      <a:dk1>
        <a:srgbClr val="000000"/>
      </a:dk1>
      <a:lt1>
        <a:srgbClr val="FFFFFF"/>
      </a:lt1>
      <a:dk2>
        <a:srgbClr val="102A43"/>
      </a:dk2>
      <a:lt2>
        <a:srgbClr val="D6DEE6"/>
      </a:lt2>
      <a:accent1>
        <a:srgbClr val="2563EB"/>
      </a:accent1>
      <a:accent2>
        <a:srgbClr val="31B7E8"/>
      </a:accent2>
      <a:accent3>
        <a:srgbClr val="F59E0B"/>
      </a:accent3>
      <a:accent4>
        <a:srgbClr val="D64545"/>
      </a:accent4>
      <a:accent5>
        <a:srgbClr val="7C5CE0"/>
      </a:accent5>
      <a:accent6>
        <a:srgbClr val="159A69"/>
      </a:accent6>
      <a:hlink>
        <a:srgbClr val="2563EB"/>
      </a:hlink>
      <a:folHlink>
        <a:srgbClr val="7C5CE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dex Grid SA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5ba16abbe4ca9" /><Relationship Type="http://schemas.openxmlformats.org/officeDocument/2006/relationships/image" Target="/ppt/media/image.png" Id="R8a9affa5ac524de2" /><Relationship Type="http://schemas.openxmlformats.org/officeDocument/2006/relationships/notesSlide" Target="/ppt/notesSlides/notesSlide1.xml" Id="R8a2d57bfb0b542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7ed50c6d84a1e" /><Relationship Type="http://schemas.openxmlformats.org/officeDocument/2006/relationships/image" Target="/ppt/media/image2.png" Id="R30df758585a64618" /><Relationship Type="http://schemas.openxmlformats.org/officeDocument/2006/relationships/notesSlide" Target="/ppt/notesSlides/notesSlide2.xml" Id="R725a261ce3df45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b0af1475a4922" /><Relationship Type="http://schemas.openxmlformats.org/officeDocument/2006/relationships/notesSlide" Target="/ppt/notesSlides/notesSlide3.xml" Id="R25f46fbc97774a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1cd88f7c44b09" /><Relationship Type="http://schemas.openxmlformats.org/officeDocument/2006/relationships/image" Target="/ppt/media/image3.png" Id="R2c94edc9808145d2" /><Relationship Type="http://schemas.openxmlformats.org/officeDocument/2006/relationships/notesSlide" Target="/ppt/notesSlides/notesSlide4.xml" Id="R1a55ab6d5f6f45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381fa8ce64e8c" /><Relationship Type="http://schemas.openxmlformats.org/officeDocument/2006/relationships/image" Target="/ppt/media/image4.png" Id="Re1386755dc054358" /><Relationship Type="http://schemas.openxmlformats.org/officeDocument/2006/relationships/notesSlide" Target="/ppt/notesSlides/notesSlide5.xml" Id="R7ff3de14b10941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5a7b86a68462f" /><Relationship Type="http://schemas.openxmlformats.org/officeDocument/2006/relationships/image" Target="/ppt/media/image5.png" Id="R143c9194fbd840f5" /><Relationship Type="http://schemas.openxmlformats.org/officeDocument/2006/relationships/notesSlide" Target="/ppt/notesSlides/notesSlide6.xml" Id="Rf8241c9590da40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b0d954cce4db1" /><Relationship Type="http://schemas.openxmlformats.org/officeDocument/2006/relationships/image" Target="/ppt/media/image6.png" Id="R37be3350311e4066" /><Relationship Type="http://schemas.openxmlformats.org/officeDocument/2006/relationships/notesSlide" Target="/ppt/notesSlides/notesSlide7.xml" Id="Rbb952b507c1e49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bde1771404963" /><Relationship Type="http://schemas.openxmlformats.org/officeDocument/2006/relationships/image" Target="/ppt/media/image7.png" Id="Rd77146743c774a13" /><Relationship Type="http://schemas.openxmlformats.org/officeDocument/2006/relationships/notesSlide" Target="/ppt/notesSlides/notesSlide8.xml" Id="Re18a3b48b4ae40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7e4c26b23468b" /><Relationship Type="http://schemas.openxmlformats.org/officeDocument/2006/relationships/image" Target="/ppt/media/image8.png" Id="R7dc7eed36ed64882" /><Relationship Type="http://schemas.openxmlformats.org/officeDocument/2006/relationships/image" Target="/ppt/media/image9.png" Id="R86e257131e0b466d" /><Relationship Type="http://schemas.openxmlformats.org/officeDocument/2006/relationships/notesSlide" Target="/ppt/notesSlides/notesSlide9.xml" Id="R1974e542b57446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7b19e3ef04892" /><Relationship Type="http://schemas.openxmlformats.org/officeDocument/2006/relationships/chart" Target="/ppt/slides/charts/chart1.xml" Id="Rfafa6744754944ff" /><Relationship Type="http://schemas.openxmlformats.org/officeDocument/2006/relationships/notesSlide" Target="/ppt/notesSlides/notesSlide10.xml" Id="R26dbeff96b6841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724e3c8794359" /><Relationship Type="http://schemas.openxmlformats.org/officeDocument/2006/relationships/image" Target="/ppt/media/image10.png" Id="R06ef7b883d774ec3" /><Relationship Type="http://schemas.openxmlformats.org/officeDocument/2006/relationships/notesSlide" Target="/ppt/notesSlides/notesSlide11.xml" Id="Rfc11521c706b48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439d304a64243" /><Relationship Type="http://schemas.openxmlformats.org/officeDocument/2006/relationships/image" Target="/ppt/media/image11.png" Id="Re009b63ad4224740" /><Relationship Type="http://schemas.openxmlformats.org/officeDocument/2006/relationships/notesSlide" Target="/ppt/notesSlides/notesSlide12.xml" Id="R79ed43791d7549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a1fb9d0ea47ae" /><Relationship Type="http://schemas.openxmlformats.org/officeDocument/2006/relationships/image" Target="/ppt/media/image12.png" Id="Rea510721ad0f403d" /><Relationship Type="http://schemas.openxmlformats.org/officeDocument/2006/relationships/notesSlide" Target="/ppt/notesSlides/notesSlide13.xml" Id="R23e93729d9b441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18c9cdb1b4938" /><Relationship Type="http://schemas.openxmlformats.org/officeDocument/2006/relationships/image" Target="/ppt/media/image13.png" Id="R059dfe05892348d7" /><Relationship Type="http://schemas.openxmlformats.org/officeDocument/2006/relationships/notesSlide" Target="/ppt/notesSlides/notesSlide14.xml" Id="Rf2624acb8f7446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10959225b443f" /><Relationship Type="http://schemas.openxmlformats.org/officeDocument/2006/relationships/image" Target="/ppt/media/image14.png" Id="R3db19c03a7964e74" /><Relationship Type="http://schemas.openxmlformats.org/officeDocument/2006/relationships/notesSlide" Target="/ppt/notesSlides/notesSlide15.xml" Id="R1de23b36645545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1399bf07b4e86" /><Relationship Type="http://schemas.openxmlformats.org/officeDocument/2006/relationships/image" Target="/ppt/media/image15.png" Id="R4ff83d04eb134551" /><Relationship Type="http://schemas.openxmlformats.org/officeDocument/2006/relationships/notesSlide" Target="/ppt/notesSlides/notesSlide16.xml" Id="Rcede41f9321741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42149eb644c84" /><Relationship Type="http://schemas.openxmlformats.org/officeDocument/2006/relationships/image" Target="/ppt/media/image16.png" Id="Rdaa0a6a77fa04e11" /><Relationship Type="http://schemas.openxmlformats.org/officeDocument/2006/relationships/notesSlide" Target="/ppt/notesSlides/notesSlide17.xml" Id="R465211815cd84d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82150c7bc4165" /><Relationship Type="http://schemas.openxmlformats.org/officeDocument/2006/relationships/image" Target="/ppt/media/image17.png" Id="R7c83b91965364d7e" /><Relationship Type="http://schemas.openxmlformats.org/officeDocument/2006/relationships/notesSlide" Target="/ppt/notesSlides/notesSlide18.xml" Id="R2e9915ef7c8f4cd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aae4c23e84fe5" /><Relationship Type="http://schemas.openxmlformats.org/officeDocument/2006/relationships/image" Target="/ppt/media/image18.png" Id="R1093e70725ce4180" /><Relationship Type="http://schemas.openxmlformats.org/officeDocument/2006/relationships/notesSlide" Target="/ppt/notesSlides/notesSlide19.xml" Id="R2a668216297d478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cbea63c944a9d" /><Relationship Type="http://schemas.openxmlformats.org/officeDocument/2006/relationships/notesSlide" Target="/ppt/notesSlides/notesSlide20.xml" Id="Rd2fbab9bc6dc4db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单目标相对幅度/dB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9</c:v>
              </c:pt>
              <c:pt idx="6">
                <c:v>16</c:v>
              </c:pt>
            </c:numLit>
          </c:cat>
          <c:val>
            <c:numLit>
              <c:formatCode>General</c:formatCode>
              <c:ptCount val="7"/>
              <c:pt idx="0">
                <c:v>-5.19</c:v>
              </c:pt>
              <c:pt idx="1">
                <c:v>-11.21</c:v>
              </c:pt>
              <c:pt idx="2">
                <c:v>-14.74</c:v>
              </c:pt>
              <c:pt idx="3">
                <c:v>-17.23</c:v>
              </c:pt>
              <c:pt idx="4">
                <c:v>-19.18</c:v>
              </c:pt>
              <c:pt idx="5">
                <c:v>-24.28</c:v>
              </c:pt>
              <c:pt idx="6">
                <c:v>-29.27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3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54BD9-3398-4869-9791-BD7B7BAD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2781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41D29-7A59-4803-A2B2-15B2C05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MATLAB · 完整RD + 系统级扫参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182A7-62D4-4A4C-9155-E5853B74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时变2-bit超表面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SAR假目标自由度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BE8BC-2934-4392-82D8-F8DEC68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从单机1→N、双机线目标到四机→16架；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再扩展到手机手绘任意点阵的一键编译。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D5AE8-28D7-4AB1-A2DA-66C41843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1466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7FEF2-114F-476D-8801-123E120B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9F592-5110-434B-98E0-F17687A5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1→16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FF4F2-F25F-40EA-AE8A-96B4E368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单架可编程目标数示例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7DDF3-4F85-4B4C-AF50-00E9246C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62450"/>
            <a:ext cx="1466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172A1-58D0-4A71-92E0-A56FB9CC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624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9"/>
          </a:solidFill>
          <a:ln xmlns:a="http://schemas.openxmlformats.org/drawingml/2006/main" w="0">
            <a:solidFill>
              <a:srgbClr val="159A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DB5F7-9B3F-451B-A9AA-E5FAFAE4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339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59A6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59A69"/>
                </a:solidFill>
                <a:latin typeface="PingFang SC"/>
                <a:ea typeface="PingFang SC"/>
                <a:cs typeface="PingFang SC"/>
              </a:rPr>
              <a:t>4→16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A0F19-2B52-4902-B329-79BD4200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四角飞机群完整RD验证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FF021-1ADD-4E37-88AB-3695370D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62450"/>
            <a:ext cx="1466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6BA1E-42ED-4F9D-9F3D-A6B46131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624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350C6-9E45-4682-8860-1BFE3C93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339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7×7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5D9AB-3878-4FA2-9A28-F4F6AB60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911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最多49个手绘目标通道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E67D0-C624-438B-A3FC-9C2629F5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4350"/>
            <a:ext cx="58293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affa5ac524de2"/>
          <a:stretch xmlns:a="http://schemas.openxmlformats.org/drawingml/2006/main"/>
        </p:blipFill>
        <p:spPr>
          <a:xfrm xmlns:a="http://schemas.openxmlformats.org/drawingml/2006/main">
            <a:off x="5924550" y="1771961"/>
            <a:ext cx="5715000" cy="2952129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97CAB-C95F-4C8A-9F4C-82E105A3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谢秋实｜阶段性方案总结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B5AE5-7004-479E-B5C9-61A3D3F1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889660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4976D8-AEB8-4A49-8F5B-91EA720F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核心结论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53A2E-3E87-444B-AC90-A5DECE4D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结论先行：目标数、位置、幅度与副谐波可分层设计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A303F-3CC5-436A-BE30-DC607F2A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0BF62-5D09-476A-86D0-359B4BA7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1F218-03B6-44F9-9E8F-C267983E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2628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20D10-67E9-47E1-A1BF-ACA75D7B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B389D-1EF8-4941-A240-30D9D38F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28A65-63FA-42FF-8931-B4554935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单架通过K个波形/空间通道生成K个目标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0A15B-ADE3-4F46-8A83-D41BE74A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71600"/>
            <a:ext cx="2628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DB0D2-B44C-4139-946B-8C25EC22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716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7E8"/>
          </a:solidFill>
          <a:ln xmlns:a="http://schemas.openxmlformats.org/drawingml/2006/main" w="0">
            <a:solidFill>
              <a:srgbClr val="31B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EB42F-53DC-48BD-94DB-D220C2BD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430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1B7E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1B7E8"/>
                </a:solidFill>
                <a:latin typeface="PingFang SC"/>
                <a:ea typeface="PingFang SC"/>
                <a:cs typeface="PingFang SC"/>
              </a:rPr>
              <a:t>2K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EA43A-A8F8-416D-8A4D-FD57233B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两机共享码本时得到两份平移目标核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39DB4-C4AD-4640-AD1E-88AEE26C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371600"/>
            <a:ext cx="2628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76443-1163-4AA7-916D-605C12F9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3716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9"/>
          </a:solidFill>
          <a:ln xmlns:a="http://schemas.openxmlformats.org/drawingml/2006/main" w="0">
            <a:solidFill>
              <a:srgbClr val="159A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62C03-060B-4EC1-8D67-24D9BDFF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430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59A6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59A69"/>
                </a:solidFill>
                <a:latin typeface="PingFang SC"/>
                <a:ea typeface="PingFang SC"/>
                <a:cs typeface="PingFang SC"/>
              </a:rPr>
              <a:t>4×4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6FA54-A122-4887-B8EC-29D34F2A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每架4通道；四角4架最终得到16架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5EF7F-0A04-427A-B37F-0493C57D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71600"/>
            <a:ext cx="2628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E5BA2-74A6-4088-A295-9AF7DC61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716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8DD57-D06B-47C0-8EFB-FF5E640C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430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−3/+5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D989E-D6BB-4DB9-A962-998D8D56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四时延分区相干抵消主要十字副像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721180-F1AC-417E-BC21-306A511E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6953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f758585a64618"/>
          <a:stretch xmlns:a="http://schemas.openxmlformats.org/drawingml/2006/main"/>
        </p:blipFill>
        <p:spPr>
          <a:xfrm xmlns:a="http://schemas.openxmlformats.org/drawingml/2006/main">
            <a:off x="438150" y="2837120"/>
            <a:ext cx="6877050" cy="3184009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C3E39B-C020-465A-8381-4AB61B24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62250"/>
            <a:ext cx="3733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C1F408-6435-4F1E-84F4-2D107E81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337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设计自由度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88F88-005F-4E00-9B41-C41D1691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43275"/>
            <a:ext cx="33147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位置：距离调制频率 + 方位调制频率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数量：独立波形通道数K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幅度：空间面积比例 / 驻留时间 / 反射幅度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形状：真实飞机SAR模板随谐波整体平移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纯净度：延迟分区形成高阶谐波零陷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1723EF-6D7A-48E4-A9D9-BB4436D6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浅蓝框统一表示真实飞机位置；黄色圆圈表示设定的目标中心。</a:t>
            </a:r>
          </a:p>
        </p:txBody>
      </p:sp>
    </p:spTree>
    <p:extLst>
      <p:ext uri="{BB962C8B-B14F-4D97-AF65-F5344CB8AC3E}">
        <p14:creationId xmlns:p14="http://schemas.microsoft.com/office/powerpoint/2010/main" val="1820007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1A1B97-7553-4948-A659-B346958F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55D6D-BC0C-4306-A939-FEAF9EE7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统一模型：SAR输出 = 真实目标分布 * 超表面谐波核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5D588-86E5-4DE2-970A-165B0B91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7D065-6DB5-4C50-B248-FD3BA164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C69E6-F632-4A5F-9ECD-5A875F9E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31432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E458A-6F23-4BB0-88E0-301953DC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1B7E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1B7E8"/>
                </a:solidFill>
                <a:latin typeface="PingFang SC"/>
                <a:ea typeface="PingFang SC"/>
                <a:cs typeface="PingFang SC"/>
              </a:rPr>
              <a:t>① 真实目标 O(x,y)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A3215-9322-4050-A79E-9B4D2F79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686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1架、2架线目标、4架角点目标</a:t>
            </a:r>
          </a:p>
          <a:p xmlns:a="http://schemas.openxmlformats.org/drawingml/2006/main">
            <a:pPr algn="l">
              <a:buNone/>
              <a:defRPr sz="131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决定“原始散射模板”与基准位置。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BF553-441C-461B-82C2-70004942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1B7E8"/>
          </a:solidFill>
          <a:ln xmlns:a="http://schemas.openxmlformats.org/drawingml/2006/main" w="9525">
            <a:solidFill>
              <a:srgbClr val="31B7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3C432-0E9F-4C69-9A0F-1AB273CD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目标几何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C5999-4619-4302-B77A-75855BB0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619375"/>
            <a:ext cx="4191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FDC2D-FAB5-4671-AB43-82AC7D4F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19250"/>
            <a:ext cx="31432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FD6D2-1E55-47A8-916E-47A629BD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669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② 编码核 H(nᵣ,nₐ)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008E4-17A8-41EF-A1B7-593620A5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2686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每个非零二维傅里叶系数对应一个位移像；</a:t>
            </a:r>
          </a:p>
          <a:p xmlns:a="http://schemas.openxmlformats.org/drawingml/2006/main">
            <a:pPr algn="l">
              <a:buNone/>
              <a:defRPr sz="131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系数幅度/相位决定假目标复权重。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CCCB2-2056-4F6E-A666-33649DF9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F9706-6D06-42D1-86A3-6891C73B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100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电磁自由度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92E48-C781-44F1-B5AF-4B05F242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619375"/>
            <a:ext cx="4191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A8281-82A0-47C9-AD19-2F045A49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1432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EF62B-8ABA-4F26-901C-AC014DA8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669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9A6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9A69"/>
                </a:solidFill>
                <a:latin typeface="PingFang SC"/>
                <a:ea typeface="PingFang SC"/>
                <a:cs typeface="PingFang SC"/>
              </a:rPr>
              <a:t>③ SAR结果 I=O*H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1B692C-11FE-4A1C-93AB-D462E814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57450"/>
            <a:ext cx="2686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每架真实飞机都生成一份平移核；</a:t>
            </a:r>
          </a:p>
          <a:p xmlns:a="http://schemas.openxmlformats.org/drawingml/2006/main">
            <a:pPr algn="l">
              <a:buNone/>
              <a:defRPr sz="131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相同位置的像会发生相干叠加。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42F8D-30FF-4F2C-A0AD-C7952B40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62375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9A69"/>
          </a:solidFill>
          <a:ln xmlns:a="http://schemas.openxmlformats.org/drawingml/2006/main" w="9525">
            <a:solidFill>
              <a:srgbClr val="159A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784E38-EF1F-4BF7-8595-E2B3F738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完整RD结果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4F640-E89B-42BF-86F6-26DA09A5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0763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56A5A-8216-4C1F-9590-06F2238C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1B7E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1B7E8"/>
                </a:solidFill>
                <a:latin typeface="PingFang SC"/>
                <a:ea typeface="PingFang SC"/>
                <a:cs typeface="PingFang SC"/>
              </a:rPr>
              <a:t>位置映射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C47B3D-B5D7-4455-9C0C-DE7F5C2D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ΔR ∝ fₘ,ᵣ　　Δy ∝ fₘ,ₐ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896992-CFEE-40E6-8349-C205743D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95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幅度预算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2177E4-8F10-413B-8DF2-D4050012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00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Aₚ,ᵩ = Cₚ Cᵩ Sₚ Sᵩ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62CA3-450C-4699-9E70-9728DE42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95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9A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9A69"/>
                </a:solidFill>
                <a:latin typeface="PingFang SC"/>
                <a:ea typeface="PingFang SC"/>
                <a:cs typeface="PingFang SC"/>
              </a:rPr>
              <a:t>物理含义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70EB19-BE51-4430-B8D1-14CEB398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00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空间分区 × 时间序列 × 相干叠加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09141-8130-4121-95AE-CFBE434F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所有案例均由同一份整数阵列配置生成2-bit时序，再作用于原始LFM回波并执行RD成像；没有图像域复制或平移。</a:t>
            </a:r>
          </a:p>
        </p:txBody>
      </p:sp>
    </p:spTree>
    <p:extLst>
      <p:ext uri="{BB962C8B-B14F-4D97-AF65-F5344CB8AC3E}">
        <p14:creationId xmlns:p14="http://schemas.microsoft.com/office/powerpoint/2010/main" val="711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13F26-98CA-493B-876D-2CA56012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单架飞机 1→N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723FA-6D37-496D-931B-5B936FC4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1→1：把整架飞机搬到一个指定谐波位置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0F223-96B7-4A89-83A6-53680987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AB5D3-AB4B-4A2A-8A69-ABBC07F6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B5B53-EA2B-4223-9E29-B3A2D443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113919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4edc9808145d2"/>
          <a:stretch xmlns:a="http://schemas.openxmlformats.org/drawingml/2006/main"/>
        </p:blipFill>
        <p:spPr>
          <a:xfrm xmlns:a="http://schemas.openxmlformats.org/drawingml/2006/main">
            <a:off x="1799628" y="1352550"/>
            <a:ext cx="8592744" cy="4438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BB10E-1F9E-4D9D-9ED4-39367C82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9F410-E5BB-49CF-809F-1940DF35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一个二维调制通道；四组循环时延保留(+1,+1)，并对−3/+5形成零陷。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E3578-3E32-4908-A501-2D233C41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幅度均以未调制单架飞机峰值=1（0 dB）归一化；通道增加会带来口径分配损失。</a:t>
            </a:r>
          </a:p>
        </p:txBody>
      </p:sp>
    </p:spTree>
    <p:extLst>
      <p:ext uri="{BB962C8B-B14F-4D97-AF65-F5344CB8AC3E}">
        <p14:creationId xmlns:p14="http://schemas.microsoft.com/office/powerpoint/2010/main" val="619332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EB0F8-81E5-4F66-94A9-68BE2031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单架飞机 1→N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9605B-35B1-4418-BA1D-CDA39902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1→2：两个独立通道定义两处假目标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FF981-67F3-48B5-9531-430A4A18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75F9B-087D-4E95-AFC2-CC508C58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A3C4B-6A94-4D61-8E70-B1285763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113919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86755dc054358"/>
          <a:stretch xmlns:a="http://schemas.openxmlformats.org/drawingml/2006/main"/>
        </p:blipFill>
        <p:spPr>
          <a:xfrm xmlns:a="http://schemas.openxmlformats.org/drawingml/2006/main">
            <a:off x="1799628" y="1352550"/>
            <a:ext cx="8592744" cy="4438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39C45-B361-4AAB-8315-FD0F852F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F3D93-6082-49D2-8CDF-EC47E948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两个通道各占一半有效口径；位置可由两组(fₘ,ᵣ,fₘ,ₐ)独立给定。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AC6C3-C61B-48E7-AA5D-0A4B666D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幅度均以未调制单架飞机峰值=1（0 dB）归一化；通道增加会带来口径分配损失。</a:t>
            </a:r>
          </a:p>
        </p:txBody>
      </p:sp>
    </p:spTree>
    <p:extLst>
      <p:ext uri="{BB962C8B-B14F-4D97-AF65-F5344CB8AC3E}">
        <p14:creationId xmlns:p14="http://schemas.microsoft.com/office/powerpoint/2010/main" val="15579568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56965-9AAD-4B6B-AA5F-02FAFE1F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单架飞机 1→N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F0D0F-F2EA-4CA9-B9E0-FFDE2573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1→3：一维三点线目标是最小编队生成器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40539-5544-4423-8666-41CBC255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C09F9-BC83-46E3-98C0-20F94FBD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B975F-B37A-4250-9E25-D0878A18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113919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c9194fbd840f5"/>
          <a:stretch xmlns:a="http://schemas.openxmlformats.org/drawingml/2006/main"/>
        </p:blipFill>
        <p:spPr>
          <a:xfrm xmlns:a="http://schemas.openxmlformats.org/drawingml/2006/main">
            <a:off x="1799628" y="1352550"/>
            <a:ext cx="8592744" cy="4438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D436D-35AA-4D7F-94BC-B5262DB0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01493-9909-4886-A0A4-4D446E7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共享方位频率、设置三个距离频率，可得到等方位的三机线目标。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EAB56-8DBF-40F0-9D49-055C7F46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幅度均以未调制单架飞机峰值=1（0 dB）归一化；通道增加会带来口径分配损失。</a:t>
            </a:r>
          </a:p>
        </p:txBody>
      </p:sp>
    </p:spTree>
    <p:extLst>
      <p:ext uri="{BB962C8B-B14F-4D97-AF65-F5344CB8AC3E}">
        <p14:creationId xmlns:p14="http://schemas.microsoft.com/office/powerpoint/2010/main" val="2143915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5F99F-0164-41FD-8E2D-FABA198D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单架飞机 1→N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03BCB-10EA-465C-A710-77FE010E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1→4：四个二维通道直接合成2×2目标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03C74-D262-44D4-A088-B1B62B4A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F4B34-5895-427F-8A42-B09608E7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D06AC-BBAA-4FCF-B862-2B274DFA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113919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e3350311e4066"/>
          <a:stretch xmlns:a="http://schemas.openxmlformats.org/drawingml/2006/main"/>
        </p:blipFill>
        <p:spPr>
          <a:xfrm xmlns:a="http://schemas.openxmlformats.org/drawingml/2006/main">
            <a:off x="1799628" y="1352550"/>
            <a:ext cx="8592744" cy="4438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2C5E7-CBBD-4F55-B90A-2AFF784F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7DAE0-1C79-4E3F-9480-62B83BB7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外层4×4宏格可平均分给4个通道；每个宏格内部仍包含4×4循环时延子单元。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8AC9B-E2EE-43DE-903F-85BDBFF2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幅度均以未调制单架飞机峰值=1（0 dB）归一化；通道增加会带来口径分配损失。</a:t>
            </a:r>
          </a:p>
        </p:txBody>
      </p:sp>
    </p:spTree>
    <p:extLst>
      <p:ext uri="{BB962C8B-B14F-4D97-AF65-F5344CB8AC3E}">
        <p14:creationId xmlns:p14="http://schemas.microsoft.com/office/powerpoint/2010/main" val="2102486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8F1D9-81C6-4686-8A17-12A18E41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单架飞机 1→N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53A0F-5B3A-4498-A516-D5E0DC3B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1→5：目标位置不必是矩形，可形成十字或任意稀疏图形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5CBAB-132C-4AFA-B55E-1466EF26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94EBA-0F46-4918-A689-8CE559C3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BDCAB-8035-4F26-9E5B-06003185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113919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146743c774a13"/>
          <a:stretch xmlns:a="http://schemas.openxmlformats.org/drawingml/2006/main"/>
        </p:blipFill>
        <p:spPr>
          <a:xfrm xmlns:a="http://schemas.openxmlformats.org/drawingml/2006/main">
            <a:off x="1799628" y="1352550"/>
            <a:ext cx="8592744" cy="4438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01AF3-B807-42FC-BB1F-8F778E9A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C027E-57A4-491F-BA77-0C4B12BF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五个通道的二维频率坐标可以自由选择；包含(0,0)时，目标与原机位置重合。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7B3E6-8023-4A2F-A061-3FA53D71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幅度均以未调制单架飞机峰值=1（0 dB）归一化；通道增加会带来口径分配损失。</a:t>
            </a:r>
          </a:p>
        </p:txBody>
      </p:sp>
    </p:spTree>
    <p:extLst>
      <p:ext uri="{BB962C8B-B14F-4D97-AF65-F5344CB8AC3E}">
        <p14:creationId xmlns:p14="http://schemas.microsoft.com/office/powerpoint/2010/main" val="1506365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34D39-AC79-4D45-8737-742276C8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单架飞机 1→N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46AEB-CC3C-4F58-AC51-2B37AB2B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1→9与1→16：二维阵列规模继续扩展，但单目标幅度下降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44A2C-6F0D-4D36-B7E3-9EB05B35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97AAB-4281-4EB9-9A7E-8F5FCDA8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A4714-0AE2-462B-BC37-4FFFC4A5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46735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7eed36ed64882"/>
          <a:stretch xmlns:a="http://schemas.openxmlformats.org/drawingml/2006/main"/>
        </p:blipFill>
        <p:spPr>
          <a:xfrm xmlns:a="http://schemas.openxmlformats.org/drawingml/2006/main">
            <a:off x="978696" y="1419225"/>
            <a:ext cx="4310057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40606-6E2A-4ED5-AE45-0EA0735F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81125"/>
            <a:ext cx="546735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257131e0b466d"/>
          <a:stretch xmlns:a="http://schemas.openxmlformats.org/drawingml/2006/main"/>
        </p:blipFill>
        <p:spPr>
          <a:xfrm xmlns:a="http://schemas.openxmlformats.org/drawingml/2006/main">
            <a:off x="6903246" y="1419225"/>
            <a:ext cx="4310057" cy="3981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6AED7-A358-4F66-B56E-00AD2E3A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3143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D6317-B4EE-4322-840F-6BF069AA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67375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1→9：7×7宏格近等分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ECA37-7FE6-4933-BD3A-987ED6A0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19750"/>
            <a:ext cx="3143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FF4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91594-7510-4B4F-A0B6-7A687FB0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667375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1→16：4×4宏格一格一通道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841E3-ECC7-4BC1-BC6D-F0614200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结论：目标数理论上可继续增加；工程上受有效口径、控制带宽和接收机动态范围限制。</a:t>
            </a:r>
          </a:p>
        </p:txBody>
      </p:sp>
    </p:spTree>
    <p:extLst>
      <p:ext uri="{BB962C8B-B14F-4D97-AF65-F5344CB8AC3E}">
        <p14:creationId xmlns:p14="http://schemas.microsoft.com/office/powerpoint/2010/main" val="15924807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6C3B6-5C72-4B60-A803-9F0D347F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幅度预算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78FD7-9591-4F9E-96DF-70EFCEE2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数量自由度的代价：等面积分配时，单目标幅度约按1/K下降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A334A-311B-4B7D-8A9F-51D065E4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29EDF-F7FD-4E67-B239-21284883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38150" y="1428750"/>
          <a:ext xmlns:a="http://schemas.openxmlformats.org/drawingml/2006/main" cx="67627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fa6744754944f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24956-40A0-450E-8510-BB9F596B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28750"/>
            <a:ext cx="37719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E9336-3EA2-48F6-AC50-CCB87DA1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0020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为什么会下降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E76C8-D318-4D44-8857-44BEC65C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9775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同一物理口径被K个通道共享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远场复幅度与分配面积近似成正比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2-bit + 四时延分区本身先有−5.19 dB转换损失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1967B-9B7F-4F97-A8E2-3796C810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37719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3D507-DE5A-4D57-A0D6-F57412D6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5760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9A6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9A69"/>
                </a:solidFill>
                <a:latin typeface="PingFang SC"/>
                <a:ea typeface="PingFang SC"/>
                <a:cs typeface="PingFang SC"/>
              </a:rPr>
              <a:t>如何提升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FE4A1-9F9E-4FDB-9344-6C54CBB2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67175"/>
            <a:ext cx="3352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允许目标幅度不等，集中面积给关键目标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采用更高bit数或多子序列优化，提高目标谐波效率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增大物理口径/单元数，而不是只调显示阈值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60F44-51AD-4A40-90C9-3B54B41B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本页是“等面积K通道”的保守预算；优化序列可改变能量分配，但不能违反总功率约束。</a:t>
            </a:r>
          </a:p>
        </p:txBody>
      </p:sp>
    </p:spTree>
    <p:extLst>
      <p:ext uri="{BB962C8B-B14F-4D97-AF65-F5344CB8AC3E}">
        <p14:creationId xmlns:p14="http://schemas.microsoft.com/office/powerpoint/2010/main" val="10199345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B6817-C481-4964-B075-7CE873B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多源目标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ACF08-AAE3-4C25-B783-A280A395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两架飞机（线目标）：共享码本产生平移卷积，独立码本打破对称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FDA64-BB67-414E-AF6C-FB95D447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3376B-B7D1-4409-9B60-0ABB8649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FA9F3-8BDD-4798-A213-97D2DCD7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f7b883d774ec3"/>
          <a:stretch xmlns:a="http://schemas.openxmlformats.org/drawingml/2006/main"/>
        </p:blipFill>
        <p:spPr>
          <a:xfrm xmlns:a="http://schemas.openxmlformats.org/drawingml/2006/main">
            <a:off x="438150" y="1844415"/>
            <a:ext cx="11315700" cy="34739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525E9-F1CC-4BBD-AA77-3A42DC35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3048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4204B-F777-45B4-B777-34531FE0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共享码本：目标核相同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1107A-2C96-4358-8CCF-C0A36E97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953125"/>
            <a:ext cx="3143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FF4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8CB04-B97B-4D2D-9E43-6FBB5EBA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0007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重叠位置：复幅度相干相加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9F492-9FA0-444B-9393-2B204996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953125"/>
            <a:ext cx="3143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EAF8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8EE27-90E9-49A4-81B1-CB6C8CE5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0007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9A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9A69"/>
                </a:solidFill>
                <a:latin typeface="PingFang SC"/>
                <a:ea typeface="PingFang SC"/>
                <a:cs typeface="PingFang SC"/>
              </a:rPr>
              <a:t>独立码本：两架可生成不同编队</a:t>
            </a:r>
          </a:p>
        </p:txBody>
      </p:sp>
    </p:spTree>
    <p:extLst>
      <p:ext uri="{BB962C8B-B14F-4D97-AF65-F5344CB8AC3E}">
        <p14:creationId xmlns:p14="http://schemas.microsoft.com/office/powerpoint/2010/main" val="12260918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BFCB9-2572-4006-93B8-9A156FAB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多源目标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1A86B-D3CB-488C-8BB4-8FD01A1E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四架角点飞机 × 每架4通道 = 4×4共16架目标群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0A638-9E1A-4155-A98C-B2F8E3A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6A432-22E8-4A8C-B913-FF55B3D0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36175-DF31-4679-B043-D456BA37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1139190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9b63ad4224740"/>
          <a:stretch xmlns:a="http://schemas.openxmlformats.org/drawingml/2006/main"/>
        </p:blipFill>
        <p:spPr>
          <a:xfrm xmlns:a="http://schemas.openxmlformats.org/drawingml/2006/main">
            <a:off x="1633674" y="1352550"/>
            <a:ext cx="8924652" cy="461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EDCB9-D5D4-41D2-9075-120880DA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每架飞机的4×4外层阵列把16个宏格等分给4个目标通道；每个通道内部再用4×4时延子单元压制−3/+5副谐波。</a:t>
            </a:r>
          </a:p>
        </p:txBody>
      </p:sp>
    </p:spTree>
    <p:extLst>
      <p:ext uri="{BB962C8B-B14F-4D97-AF65-F5344CB8AC3E}">
        <p14:creationId xmlns:p14="http://schemas.microsoft.com/office/powerpoint/2010/main" val="18078218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01B1C-36E9-4A21-A498-8348DA9E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物理超单元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F4D17-5028-485F-81EC-0E29DA2D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4×4外层控制阵列：16个整数宏格可精确均分给4个目标通道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B93C6-6ECA-44D7-A045-CC5F20E5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B91D2-281F-4A1E-9BCE-17A02E56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EB536-2EB1-4FF6-BAB4-642B4B4F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外层4×4宏格逐格给出Pᵣ꜀与Hₖ；每个Pᵣ꜀内部都严格重复中间4×4的(dᵣ,dₐ)时延矩阵。</a:t>
            </a:r>
          </a:p>
        </p:txBody>
      </p:sp>
      <p:sp>
        <p:nvSpPr>
          <p:cNvPr id="9" name="outer-array-panel">
            <a:extLst xmlns:a="http://schemas.openxmlformats.org/drawingml/2006/main">
              <a:ext uri="{FF2B5EF4-FFF2-40B4-BE49-F238E27FC236}">
                <a16:creationId xmlns:a16="http://schemas.microsoft.com/office/drawing/2014/main" id="{D02E0056-509E-4DD1-A431-5526850B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4457700" cy="4533900"/>
          </a:xfrm>
          <a:prstGeom xmlns:a="http://schemas.openxmlformats.org/drawingml/2006/main" prst="roundRect">
            <a:avLst>
              <a:gd name="adj" fmla="val 170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0" name="outer-array-title">
            <a:extLst xmlns:a="http://schemas.openxmlformats.org/drawingml/2006/main">
              <a:ext uri="{FF2B5EF4-FFF2-40B4-BE49-F238E27FC236}">
                <a16:creationId xmlns:a16="http://schemas.microsoft.com/office/drawing/2014/main" id="{58E07818-4CE3-45B9-86A8-34E24473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① 外层 4×4 宏格：Pᵣ꜀ → Hₖ</a:t>
            </a:r>
          </a:p>
        </p:txBody>
      </p:sp>
      <p:sp>
        <p:nvSpPr>
          <p:cNvPr id="11" name="outer-col-1">
            <a:extLst xmlns:a="http://schemas.openxmlformats.org/drawingml/2006/main">
              <a:ext uri="{FF2B5EF4-FFF2-40B4-BE49-F238E27FC236}">
                <a16:creationId xmlns:a16="http://schemas.microsoft.com/office/drawing/2014/main" id="{25EC4610-3792-45A5-8EFD-6329F30E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573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A1</a:t>
            </a:r>
          </a:p>
        </p:txBody>
      </p:sp>
      <p:sp>
        <p:nvSpPr>
          <p:cNvPr id="12" name="outer-col-2">
            <a:extLst xmlns:a="http://schemas.openxmlformats.org/drawingml/2006/main">
              <a:ext uri="{FF2B5EF4-FFF2-40B4-BE49-F238E27FC236}">
                <a16:creationId xmlns:a16="http://schemas.microsoft.com/office/drawing/2014/main" id="{289D95BD-267E-417D-BF04-165F4936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573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A2</a:t>
            </a:r>
          </a:p>
        </p:txBody>
      </p:sp>
      <p:sp>
        <p:nvSpPr>
          <p:cNvPr id="13" name="outer-col-3">
            <a:extLst xmlns:a="http://schemas.openxmlformats.org/drawingml/2006/main">
              <a:ext uri="{FF2B5EF4-FFF2-40B4-BE49-F238E27FC236}">
                <a16:creationId xmlns:a16="http://schemas.microsoft.com/office/drawing/2014/main" id="{1520896A-37CF-406C-833A-ACB267C1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6573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  <p:sp>
        <p:nvSpPr>
          <p:cNvPr id="14" name="outer-col-4">
            <a:extLst xmlns:a="http://schemas.openxmlformats.org/drawingml/2006/main">
              <a:ext uri="{FF2B5EF4-FFF2-40B4-BE49-F238E27FC236}">
                <a16:creationId xmlns:a16="http://schemas.microsoft.com/office/drawing/2014/main" id="{CDE340A4-6D0D-44D9-A77B-47239885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573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A4</a:t>
            </a:r>
          </a:p>
        </p:txBody>
      </p:sp>
      <p:sp>
        <p:nvSpPr>
          <p:cNvPr id="15" name="outer-row-1">
            <a:extLst xmlns:a="http://schemas.openxmlformats.org/drawingml/2006/main">
              <a:ext uri="{FF2B5EF4-FFF2-40B4-BE49-F238E27FC236}">
                <a16:creationId xmlns:a16="http://schemas.microsoft.com/office/drawing/2014/main" id="{E20A33EE-5E00-4C26-A07C-2E3A14C9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5950"/>
            <a:ext cx="247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646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R1</a:t>
            </a:r>
          </a:p>
        </p:txBody>
      </p:sp>
      <p:sp>
        <p:nvSpPr>
          <p:cNvPr id="16" name="outer-row-2">
            <a:extLst xmlns:a="http://schemas.openxmlformats.org/drawingml/2006/main">
              <a:ext uri="{FF2B5EF4-FFF2-40B4-BE49-F238E27FC236}">
                <a16:creationId xmlns:a16="http://schemas.microsoft.com/office/drawing/2014/main" id="{B2AFF05D-7F36-480C-8A5C-DEA977CC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0"/>
            <a:ext cx="247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60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R2</a:t>
            </a:r>
          </a:p>
        </p:txBody>
      </p:sp>
      <p:sp>
        <p:nvSpPr>
          <p:cNvPr id="17" name="outer-row-3">
            <a:extLst xmlns:a="http://schemas.openxmlformats.org/drawingml/2006/main">
              <a:ext uri="{FF2B5EF4-FFF2-40B4-BE49-F238E27FC236}">
                <a16:creationId xmlns:a16="http://schemas.microsoft.com/office/drawing/2014/main" id="{B2D8651B-3D7B-4BA8-A42F-712BD744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247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60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R3</a:t>
            </a:r>
          </a:p>
        </p:txBody>
      </p:sp>
      <p:sp>
        <p:nvSpPr>
          <p:cNvPr id="18" name="outer-row-4">
            <a:extLst xmlns:a="http://schemas.openxmlformats.org/drawingml/2006/main">
              <a:ext uri="{FF2B5EF4-FFF2-40B4-BE49-F238E27FC236}">
                <a16:creationId xmlns:a16="http://schemas.microsoft.com/office/drawing/2014/main" id="{1F05783D-4404-4977-9F3D-5B4622EF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14850"/>
            <a:ext cx="247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60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R4</a:t>
            </a:r>
          </a:p>
        </p:txBody>
      </p:sp>
      <p:sp>
        <p:nvSpPr>
          <p:cNvPr id="19" name="outer-P11">
            <a:extLst xmlns:a="http://schemas.openxmlformats.org/drawingml/2006/main">
              <a:ext uri="{FF2B5EF4-FFF2-40B4-BE49-F238E27FC236}">
                <a16:creationId xmlns:a16="http://schemas.microsoft.com/office/drawing/2014/main" id="{D91D35D4-3270-462B-B883-B9589933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859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0" name="outer-label-P11">
            <a:extLst xmlns:a="http://schemas.openxmlformats.org/drawingml/2006/main">
              <a:ext uri="{FF2B5EF4-FFF2-40B4-BE49-F238E27FC236}">
                <a16:creationId xmlns:a16="http://schemas.microsoft.com/office/drawing/2014/main" id="{2E273973-9756-44BC-9A78-E64B7D82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P11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21" name="outer-P12">
            <a:extLst xmlns:a="http://schemas.openxmlformats.org/drawingml/2006/main">
              <a:ext uri="{FF2B5EF4-FFF2-40B4-BE49-F238E27FC236}">
                <a16:creationId xmlns:a16="http://schemas.microsoft.com/office/drawing/2014/main" id="{094F32E8-E7B0-4383-B46A-4C06CA19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859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2" name="outer-label-P12">
            <a:extLst xmlns:a="http://schemas.openxmlformats.org/drawingml/2006/main">
              <a:ext uri="{FF2B5EF4-FFF2-40B4-BE49-F238E27FC236}">
                <a16:creationId xmlns:a16="http://schemas.microsoft.com/office/drawing/2014/main" id="{F3287BC2-4E10-4CDA-950D-8C6E4D19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9050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P12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23" name="outer-P13">
            <a:extLst xmlns:a="http://schemas.openxmlformats.org/drawingml/2006/main">
              <a:ext uri="{FF2B5EF4-FFF2-40B4-BE49-F238E27FC236}">
                <a16:creationId xmlns:a16="http://schemas.microsoft.com/office/drawing/2014/main" id="{791F98D6-BC8B-49C3-8736-9563012A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8859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4" name="outer-label-P13">
            <a:extLst xmlns:a="http://schemas.openxmlformats.org/drawingml/2006/main">
              <a:ext uri="{FF2B5EF4-FFF2-40B4-BE49-F238E27FC236}">
                <a16:creationId xmlns:a16="http://schemas.microsoft.com/office/drawing/2014/main" id="{D1CB933F-3725-47A6-A8C0-49694BC9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9050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P13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25" name="outer-P14">
            <a:extLst xmlns:a="http://schemas.openxmlformats.org/drawingml/2006/main">
              <a:ext uri="{FF2B5EF4-FFF2-40B4-BE49-F238E27FC236}">
                <a16:creationId xmlns:a16="http://schemas.microsoft.com/office/drawing/2014/main" id="{39FF75DE-3A44-4590-81DF-3091B3C3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8859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6" name="outer-label-P14">
            <a:extLst xmlns:a="http://schemas.openxmlformats.org/drawingml/2006/main">
              <a:ext uri="{FF2B5EF4-FFF2-40B4-BE49-F238E27FC236}">
                <a16:creationId xmlns:a16="http://schemas.microsoft.com/office/drawing/2014/main" id="{A9A22237-2A83-439A-9727-4DFE1A71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050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P14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27" name="outer-P21">
            <a:extLst xmlns:a="http://schemas.openxmlformats.org/drawingml/2006/main">
              <a:ext uri="{FF2B5EF4-FFF2-40B4-BE49-F238E27FC236}">
                <a16:creationId xmlns:a16="http://schemas.microsoft.com/office/drawing/2014/main" id="{5E990F5B-C8B9-4952-9663-0474AC82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622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8" name="outer-label-P21">
            <a:extLst xmlns:a="http://schemas.openxmlformats.org/drawingml/2006/main">
              <a:ext uri="{FF2B5EF4-FFF2-40B4-BE49-F238E27FC236}">
                <a16:creationId xmlns:a16="http://schemas.microsoft.com/office/drawing/2014/main" id="{450D8D93-83B6-4EBA-8274-F43B2CCA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P21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29" name="outer-P22">
            <a:extLst xmlns:a="http://schemas.openxmlformats.org/drawingml/2006/main">
              <a:ext uri="{FF2B5EF4-FFF2-40B4-BE49-F238E27FC236}">
                <a16:creationId xmlns:a16="http://schemas.microsoft.com/office/drawing/2014/main" id="{4E357B2D-11C2-441E-AD05-C993CFCC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0" name="outer-label-P22">
            <a:extLst xmlns:a="http://schemas.openxmlformats.org/drawingml/2006/main">
              <a:ext uri="{FF2B5EF4-FFF2-40B4-BE49-F238E27FC236}">
                <a16:creationId xmlns:a16="http://schemas.microsoft.com/office/drawing/2014/main" id="{6FD397E6-5009-41B9-9D37-540D173B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7813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P22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31" name="outer-P23">
            <a:extLst xmlns:a="http://schemas.openxmlformats.org/drawingml/2006/main">
              <a:ext uri="{FF2B5EF4-FFF2-40B4-BE49-F238E27FC236}">
                <a16:creationId xmlns:a16="http://schemas.microsoft.com/office/drawing/2014/main" id="{57A97973-4D6C-4BE1-ACEF-62FC6E2C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7622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2" name="outer-label-P23">
            <a:extLst xmlns:a="http://schemas.openxmlformats.org/drawingml/2006/main">
              <a:ext uri="{FF2B5EF4-FFF2-40B4-BE49-F238E27FC236}">
                <a16:creationId xmlns:a16="http://schemas.microsoft.com/office/drawing/2014/main" id="{414379AB-7A16-4EAA-BFC4-39B6525A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813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P23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33" name="outer-P24">
            <a:extLst xmlns:a="http://schemas.openxmlformats.org/drawingml/2006/main">
              <a:ext uri="{FF2B5EF4-FFF2-40B4-BE49-F238E27FC236}">
                <a16:creationId xmlns:a16="http://schemas.microsoft.com/office/drawing/2014/main" id="{0D07978A-02D8-422F-ACA2-2D551956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622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4" name="outer-label-P24">
            <a:extLst xmlns:a="http://schemas.openxmlformats.org/drawingml/2006/main">
              <a:ext uri="{FF2B5EF4-FFF2-40B4-BE49-F238E27FC236}">
                <a16:creationId xmlns:a16="http://schemas.microsoft.com/office/drawing/2014/main" id="{E99A6EB4-9655-4500-BB32-459A264A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7813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P24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35" name="outer-P31">
            <a:extLst xmlns:a="http://schemas.openxmlformats.org/drawingml/2006/main">
              <a:ext uri="{FF2B5EF4-FFF2-40B4-BE49-F238E27FC236}">
                <a16:creationId xmlns:a16="http://schemas.microsoft.com/office/drawing/2014/main" id="{F02B45DD-E3AA-4B2D-A4DA-0671D671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38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6" name="outer-label-P31">
            <a:extLst xmlns:a="http://schemas.openxmlformats.org/drawingml/2006/main">
              <a:ext uri="{FF2B5EF4-FFF2-40B4-BE49-F238E27FC236}">
                <a16:creationId xmlns:a16="http://schemas.microsoft.com/office/drawing/2014/main" id="{3B64D904-C0E9-4C13-AC68-8BA09C5A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576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P31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37" name="outer-P32">
            <a:extLst xmlns:a="http://schemas.openxmlformats.org/drawingml/2006/main">
              <a:ext uri="{FF2B5EF4-FFF2-40B4-BE49-F238E27FC236}">
                <a16:creationId xmlns:a16="http://schemas.microsoft.com/office/drawing/2014/main" id="{B094BBB8-13ED-4AA6-9869-3783BD9A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38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8" name="outer-label-P32">
            <a:extLst xmlns:a="http://schemas.openxmlformats.org/drawingml/2006/main">
              <a:ext uri="{FF2B5EF4-FFF2-40B4-BE49-F238E27FC236}">
                <a16:creationId xmlns:a16="http://schemas.microsoft.com/office/drawing/2014/main" id="{AAAB4418-208E-4338-8B5D-34825B54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576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P32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39" name="outer-P33">
            <a:extLst xmlns:a="http://schemas.openxmlformats.org/drawingml/2006/main">
              <a:ext uri="{FF2B5EF4-FFF2-40B4-BE49-F238E27FC236}">
                <a16:creationId xmlns:a16="http://schemas.microsoft.com/office/drawing/2014/main" id="{35B82BCE-496B-4F41-8F57-EE48881C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38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0" name="outer-label-P33">
            <a:extLst xmlns:a="http://schemas.openxmlformats.org/drawingml/2006/main">
              <a:ext uri="{FF2B5EF4-FFF2-40B4-BE49-F238E27FC236}">
                <a16:creationId xmlns:a16="http://schemas.microsoft.com/office/drawing/2014/main" id="{C4492D5B-FB57-4C02-AA3D-8858A0D1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6576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P33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41" name="outer-P34">
            <a:extLst xmlns:a="http://schemas.openxmlformats.org/drawingml/2006/main">
              <a:ext uri="{FF2B5EF4-FFF2-40B4-BE49-F238E27FC236}">
                <a16:creationId xmlns:a16="http://schemas.microsoft.com/office/drawing/2014/main" id="{D1E978F4-7544-4E24-AA7D-5C331FA5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638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2" name="outer-label-P34">
            <a:extLst xmlns:a="http://schemas.openxmlformats.org/drawingml/2006/main">
              <a:ext uri="{FF2B5EF4-FFF2-40B4-BE49-F238E27FC236}">
                <a16:creationId xmlns:a16="http://schemas.microsoft.com/office/drawing/2014/main" id="{0C2ED1E1-77D8-4F1B-945D-0F35EFEB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6576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P34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43" name="outer-P41">
            <a:extLst xmlns:a="http://schemas.openxmlformats.org/drawingml/2006/main">
              <a:ext uri="{FF2B5EF4-FFF2-40B4-BE49-F238E27FC236}">
                <a16:creationId xmlns:a16="http://schemas.microsoft.com/office/drawing/2014/main" id="{2D15BE9F-438C-45F0-A313-66DE5CF0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148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4" name="outer-label-P41">
            <a:extLst xmlns:a="http://schemas.openxmlformats.org/drawingml/2006/main">
              <a:ext uri="{FF2B5EF4-FFF2-40B4-BE49-F238E27FC236}">
                <a16:creationId xmlns:a16="http://schemas.microsoft.com/office/drawing/2014/main" id="{F75710ED-F118-41B7-B49B-6FAD92BC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339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P41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45" name="outer-P42">
            <a:extLst xmlns:a="http://schemas.openxmlformats.org/drawingml/2006/main">
              <a:ext uri="{FF2B5EF4-FFF2-40B4-BE49-F238E27FC236}">
                <a16:creationId xmlns:a16="http://schemas.microsoft.com/office/drawing/2014/main" id="{E46DB0B6-C5E0-425B-9E2B-FB49D3C0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148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6" name="outer-label-P42">
            <a:extLst xmlns:a="http://schemas.openxmlformats.org/drawingml/2006/main">
              <a:ext uri="{FF2B5EF4-FFF2-40B4-BE49-F238E27FC236}">
                <a16:creationId xmlns:a16="http://schemas.microsoft.com/office/drawing/2014/main" id="{DF76B4C5-8D73-43E3-8803-CD6F5D87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339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P42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47" name="outer-P43">
            <a:extLst xmlns:a="http://schemas.openxmlformats.org/drawingml/2006/main">
              <a:ext uri="{FF2B5EF4-FFF2-40B4-BE49-F238E27FC236}">
                <a16:creationId xmlns:a16="http://schemas.microsoft.com/office/drawing/2014/main" id="{F95B202A-098D-4F6F-947D-43F3D6AC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5148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8" name="outer-label-P43">
            <a:extLst xmlns:a="http://schemas.openxmlformats.org/drawingml/2006/main">
              <a:ext uri="{FF2B5EF4-FFF2-40B4-BE49-F238E27FC236}">
                <a16:creationId xmlns:a16="http://schemas.microsoft.com/office/drawing/2014/main" id="{0909B333-B762-4301-A689-CFE47B36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5339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P43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49" name="outer-P44">
            <a:extLst xmlns:a="http://schemas.openxmlformats.org/drawingml/2006/main">
              <a:ext uri="{FF2B5EF4-FFF2-40B4-BE49-F238E27FC236}">
                <a16:creationId xmlns:a16="http://schemas.microsoft.com/office/drawing/2014/main" id="{D95AD333-CC3A-4C7C-8D1F-BA105782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5148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0" name="outer-label-P44">
            <a:extLst xmlns:a="http://schemas.openxmlformats.org/drawingml/2006/main">
              <a:ext uri="{FF2B5EF4-FFF2-40B4-BE49-F238E27FC236}">
                <a16:creationId xmlns:a16="http://schemas.microsoft.com/office/drawing/2014/main" id="{4BF4249C-252D-425C-B548-6305F59D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5339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P44</a:t>
            </a:r>
          </a:p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51" name="outer-frequency-note">
            <a:extLst xmlns:a="http://schemas.openxmlformats.org/drawingml/2006/main">
              <a:ext uri="{FF2B5EF4-FFF2-40B4-BE49-F238E27FC236}">
                <a16:creationId xmlns:a16="http://schemas.microsoft.com/office/drawing/2014/main" id="{799425AD-1EC2-4A5C-AE67-C97EA181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Hₖ决定该宏格使用的距离/方位调制频率</a:t>
            </a:r>
          </a:p>
        </p:txBody>
      </p:sp>
      <p:sp>
        <p:nvSpPr>
          <p:cNvPr id="52" name="inner-delay-panel">
            <a:extLst xmlns:a="http://schemas.openxmlformats.org/drawingml/2006/main">
              <a:ext uri="{FF2B5EF4-FFF2-40B4-BE49-F238E27FC236}">
                <a16:creationId xmlns:a16="http://schemas.microsoft.com/office/drawing/2014/main" id="{4B2E5165-487E-4579-A2F7-1625A196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333500"/>
            <a:ext cx="2857500" cy="4533900"/>
          </a:xfrm>
          <a:prstGeom xmlns:a="http://schemas.openxmlformats.org/drawingml/2006/main" prst="roundRect">
            <a:avLst>
              <a:gd name="adj" fmla="val 2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53" name="inner-delay-title">
            <a:extLst xmlns:a="http://schemas.openxmlformats.org/drawingml/2006/main">
              <a:ext uri="{FF2B5EF4-FFF2-40B4-BE49-F238E27FC236}">
                <a16:creationId xmlns:a16="http://schemas.microsoft.com/office/drawing/2014/main" id="{F7B583B6-8183-429C-9AE4-958C377E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09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② 任取一个Pᵣ꜀：内部4×4时延</a:t>
            </a:r>
          </a:p>
        </p:txBody>
      </p:sp>
      <p:sp>
        <p:nvSpPr>
          <p:cNvPr id="54" name="inner-col-1">
            <a:extLst xmlns:a="http://schemas.openxmlformats.org/drawingml/2006/main">
              <a:ext uri="{FF2B5EF4-FFF2-40B4-BE49-F238E27FC236}">
                <a16:creationId xmlns:a16="http://schemas.microsoft.com/office/drawing/2014/main" id="{B87FACA0-79FF-4604-BDB8-83989222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A1</a:t>
            </a:r>
          </a:p>
        </p:txBody>
      </p:sp>
      <p:sp>
        <p:nvSpPr>
          <p:cNvPr id="55" name="inner-col-2">
            <a:extLst xmlns:a="http://schemas.openxmlformats.org/drawingml/2006/main">
              <a:ext uri="{FF2B5EF4-FFF2-40B4-BE49-F238E27FC236}">
                <a16:creationId xmlns:a16="http://schemas.microsoft.com/office/drawing/2014/main" id="{194C7666-4EBF-4616-908F-A5C72D01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A2</a:t>
            </a:r>
          </a:p>
        </p:txBody>
      </p:sp>
      <p:sp>
        <p:nvSpPr>
          <p:cNvPr id="56" name="inner-col-3">
            <a:extLst xmlns:a="http://schemas.openxmlformats.org/drawingml/2006/main">
              <a:ext uri="{FF2B5EF4-FFF2-40B4-BE49-F238E27FC236}">
                <a16:creationId xmlns:a16="http://schemas.microsoft.com/office/drawing/2014/main" id="{1ACDC017-AA5E-472F-996F-88D2C33A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  <p:sp>
        <p:nvSpPr>
          <p:cNvPr id="57" name="inner-col-4">
            <a:extLst xmlns:a="http://schemas.openxmlformats.org/drawingml/2006/main">
              <a:ext uri="{FF2B5EF4-FFF2-40B4-BE49-F238E27FC236}">
                <a16:creationId xmlns:a16="http://schemas.microsoft.com/office/drawing/2014/main" id="{0651F264-EEA0-4904-9D9E-B8F2B4A0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A4</a:t>
            </a:r>
          </a:p>
        </p:txBody>
      </p:sp>
      <p:sp>
        <p:nvSpPr>
          <p:cNvPr id="58" name="inner-row-1">
            <a:extLst xmlns:a="http://schemas.openxmlformats.org/drawingml/2006/main">
              <a:ext uri="{FF2B5EF4-FFF2-40B4-BE49-F238E27FC236}">
                <a16:creationId xmlns:a16="http://schemas.microsoft.com/office/drawing/2014/main" id="{B0F1B8EA-F4C1-499B-BE9D-331BA867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R1</a:t>
            </a:r>
          </a:p>
        </p:txBody>
      </p:sp>
      <p:sp>
        <p:nvSpPr>
          <p:cNvPr id="59" name="inner-row-2">
            <a:extLst xmlns:a="http://schemas.openxmlformats.org/drawingml/2006/main">
              <a:ext uri="{FF2B5EF4-FFF2-40B4-BE49-F238E27FC236}">
                <a16:creationId xmlns:a16="http://schemas.microsoft.com/office/drawing/2014/main" id="{693DFEDC-E7A9-49AA-B9CC-C3049D97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90788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R2</a:t>
            </a:r>
          </a:p>
        </p:txBody>
      </p:sp>
      <p:sp>
        <p:nvSpPr>
          <p:cNvPr id="60" name="inner-row-3">
            <a:extLst xmlns:a="http://schemas.openxmlformats.org/drawingml/2006/main">
              <a:ext uri="{FF2B5EF4-FFF2-40B4-BE49-F238E27FC236}">
                <a16:creationId xmlns:a16="http://schemas.microsoft.com/office/drawing/2014/main" id="{B721D691-DD26-42D1-802F-E5954DF9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95625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R3</a:t>
            </a:r>
          </a:p>
        </p:txBody>
      </p:sp>
      <p:sp>
        <p:nvSpPr>
          <p:cNvPr id="61" name="inner-row-4">
            <a:extLst xmlns:a="http://schemas.openxmlformats.org/drawingml/2006/main">
              <a:ext uri="{FF2B5EF4-FFF2-40B4-BE49-F238E27FC236}">
                <a16:creationId xmlns:a16="http://schemas.microsoft.com/office/drawing/2014/main" id="{918ABD72-DA32-405A-873D-0AFDA5E4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00463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R4</a:t>
            </a:r>
          </a:p>
        </p:txBody>
      </p:sp>
      <p:sp>
        <p:nvSpPr>
          <p:cNvPr id="62" name="inner-P11">
            <a:extLst xmlns:a="http://schemas.openxmlformats.org/drawingml/2006/main">
              <a:ext uri="{FF2B5EF4-FFF2-40B4-BE49-F238E27FC236}">
                <a16:creationId xmlns:a16="http://schemas.microsoft.com/office/drawing/2014/main" id="{257DA3BC-C053-4E3B-BEFC-713CB0AB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3" name="inner-label-P11">
            <a:extLst xmlns:a="http://schemas.openxmlformats.org/drawingml/2006/main">
              <a:ext uri="{FF2B5EF4-FFF2-40B4-BE49-F238E27FC236}">
                <a16:creationId xmlns:a16="http://schemas.microsoft.com/office/drawing/2014/main" id="{65661256-E3B9-4B7C-B039-00468D84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P11</a:t>
            </a:r>
          </a:p>
          <a:p xmlns:a="http://schemas.openxmlformats.org/drawingml/2006/main">
            <a:pPr algn="ctr">
              <a:def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64" name="inner-P12">
            <a:extLst xmlns:a="http://schemas.openxmlformats.org/drawingml/2006/main">
              <a:ext uri="{FF2B5EF4-FFF2-40B4-BE49-F238E27FC236}">
                <a16:creationId xmlns:a16="http://schemas.microsoft.com/office/drawing/2014/main" id="{40D19FEB-E5A2-44D2-B252-D6323CFA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5" name="inner-label-P12">
            <a:extLst xmlns:a="http://schemas.openxmlformats.org/drawingml/2006/main">
              <a:ext uri="{FF2B5EF4-FFF2-40B4-BE49-F238E27FC236}">
                <a16:creationId xmlns:a16="http://schemas.microsoft.com/office/drawing/2014/main" id="{3F2CCF19-5C01-4BDC-988B-4568C3AF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66" name="inner-P13">
            <a:extLst xmlns:a="http://schemas.openxmlformats.org/drawingml/2006/main">
              <a:ext uri="{FF2B5EF4-FFF2-40B4-BE49-F238E27FC236}">
                <a16:creationId xmlns:a16="http://schemas.microsoft.com/office/drawing/2014/main" id="{A98FD5C1-8B05-4C6D-9CB4-AD8D8284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7" name="inner-label-P13">
            <a:extLst xmlns:a="http://schemas.openxmlformats.org/drawingml/2006/main">
              <a:ext uri="{FF2B5EF4-FFF2-40B4-BE49-F238E27FC236}">
                <a16:creationId xmlns:a16="http://schemas.microsoft.com/office/drawing/2014/main" id="{0EBD871A-2A63-4901-B84F-8FBF9FA0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68" name="inner-P14">
            <a:extLst xmlns:a="http://schemas.openxmlformats.org/drawingml/2006/main">
              <a:ext uri="{FF2B5EF4-FFF2-40B4-BE49-F238E27FC236}">
                <a16:creationId xmlns:a16="http://schemas.microsoft.com/office/drawing/2014/main" id="{3C7C5F92-535F-46E5-B53D-06F7C2EE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9" name="inner-label-P14">
            <a:extLst xmlns:a="http://schemas.openxmlformats.org/drawingml/2006/main">
              <a:ext uri="{FF2B5EF4-FFF2-40B4-BE49-F238E27FC236}">
                <a16:creationId xmlns:a16="http://schemas.microsoft.com/office/drawing/2014/main" id="{D9894060-3891-433B-96E9-FA68E803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70" name="inner-P21">
            <a:extLst xmlns:a="http://schemas.openxmlformats.org/drawingml/2006/main">
              <a:ext uri="{FF2B5EF4-FFF2-40B4-BE49-F238E27FC236}">
                <a16:creationId xmlns:a16="http://schemas.microsoft.com/office/drawing/2014/main" id="{87C8A826-0A45-46C0-9983-E543174D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1" name="inner-label-P21">
            <a:extLst xmlns:a="http://schemas.openxmlformats.org/drawingml/2006/main">
              <a:ext uri="{FF2B5EF4-FFF2-40B4-BE49-F238E27FC236}">
                <a16:creationId xmlns:a16="http://schemas.microsoft.com/office/drawing/2014/main" id="{C93BCC3D-E247-4920-B02D-3AAE00B2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P21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72" name="inner-P22">
            <a:extLst xmlns:a="http://schemas.openxmlformats.org/drawingml/2006/main">
              <a:ext uri="{FF2B5EF4-FFF2-40B4-BE49-F238E27FC236}">
                <a16:creationId xmlns:a16="http://schemas.microsoft.com/office/drawing/2014/main" id="{551F96E3-4B3F-46E0-994B-DB90DE11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3" name="inner-label-P22">
            <a:extLst xmlns:a="http://schemas.openxmlformats.org/drawingml/2006/main">
              <a:ext uri="{FF2B5EF4-FFF2-40B4-BE49-F238E27FC236}">
                <a16:creationId xmlns:a16="http://schemas.microsoft.com/office/drawing/2014/main" id="{940FDD10-3DCB-4C41-A6A1-A25AB408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74" name="inner-P23">
            <a:extLst xmlns:a="http://schemas.openxmlformats.org/drawingml/2006/main">
              <a:ext uri="{FF2B5EF4-FFF2-40B4-BE49-F238E27FC236}">
                <a16:creationId xmlns:a16="http://schemas.microsoft.com/office/drawing/2014/main" id="{BC9BA578-6DFC-40B8-A848-26A30F97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5" name="inner-label-P23">
            <a:extLst xmlns:a="http://schemas.openxmlformats.org/drawingml/2006/main">
              <a:ext uri="{FF2B5EF4-FFF2-40B4-BE49-F238E27FC236}">
                <a16:creationId xmlns:a16="http://schemas.microsoft.com/office/drawing/2014/main" id="{B032EA57-9E91-4036-B41C-2F466A80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76" name="inner-P24">
            <a:extLst xmlns:a="http://schemas.openxmlformats.org/drawingml/2006/main">
              <a:ext uri="{FF2B5EF4-FFF2-40B4-BE49-F238E27FC236}">
                <a16:creationId xmlns:a16="http://schemas.microsoft.com/office/drawing/2014/main" id="{68FF6A37-03EF-4963-86F8-B600F348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7" name="inner-label-P24">
            <a:extLst xmlns:a="http://schemas.openxmlformats.org/drawingml/2006/main">
              <a:ext uri="{FF2B5EF4-FFF2-40B4-BE49-F238E27FC236}">
                <a16:creationId xmlns:a16="http://schemas.microsoft.com/office/drawing/2014/main" id="{A37CA8A9-1E1F-48DF-A8CE-294F69FB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78" name="inner-P31">
            <a:extLst xmlns:a="http://schemas.openxmlformats.org/drawingml/2006/main">
              <a:ext uri="{FF2B5EF4-FFF2-40B4-BE49-F238E27FC236}">
                <a16:creationId xmlns:a16="http://schemas.microsoft.com/office/drawing/2014/main" id="{3F9A0BB8-7799-4FAA-B942-F4AD53A8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9" name="inner-label-P31">
            <a:extLst xmlns:a="http://schemas.openxmlformats.org/drawingml/2006/main">
              <a:ext uri="{FF2B5EF4-FFF2-40B4-BE49-F238E27FC236}">
                <a16:creationId xmlns:a16="http://schemas.microsoft.com/office/drawing/2014/main" id="{83E776FF-01E9-4F86-80D1-110C7374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P31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80" name="inner-P32">
            <a:extLst xmlns:a="http://schemas.openxmlformats.org/drawingml/2006/main">
              <a:ext uri="{FF2B5EF4-FFF2-40B4-BE49-F238E27FC236}">
                <a16:creationId xmlns:a16="http://schemas.microsoft.com/office/drawing/2014/main" id="{87036481-ADD2-48B4-B12C-FDB72951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1" name="inner-label-P32">
            <a:extLst xmlns:a="http://schemas.openxmlformats.org/drawingml/2006/main">
              <a:ext uri="{FF2B5EF4-FFF2-40B4-BE49-F238E27FC236}">
                <a16:creationId xmlns:a16="http://schemas.microsoft.com/office/drawing/2014/main" id="{0CD7FF9A-A8FF-4C5D-B6B8-2397F56D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82" name="inner-P33">
            <a:extLst xmlns:a="http://schemas.openxmlformats.org/drawingml/2006/main">
              <a:ext uri="{FF2B5EF4-FFF2-40B4-BE49-F238E27FC236}">
                <a16:creationId xmlns:a16="http://schemas.microsoft.com/office/drawing/2014/main" id="{E70D5517-65ED-4AB4-A896-B8C99536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3" name="inner-label-P33">
            <a:extLst xmlns:a="http://schemas.openxmlformats.org/drawingml/2006/main">
              <a:ext uri="{FF2B5EF4-FFF2-40B4-BE49-F238E27FC236}">
                <a16:creationId xmlns:a16="http://schemas.microsoft.com/office/drawing/2014/main" id="{19CF2228-9D29-4DF3-B3C6-5FFB80F4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84" name="inner-P34">
            <a:extLst xmlns:a="http://schemas.openxmlformats.org/drawingml/2006/main">
              <a:ext uri="{FF2B5EF4-FFF2-40B4-BE49-F238E27FC236}">
                <a16:creationId xmlns:a16="http://schemas.microsoft.com/office/drawing/2014/main" id="{62EE1F03-70B3-49D9-81F5-190DFF2C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5" name="inner-label-P34">
            <a:extLst xmlns:a="http://schemas.openxmlformats.org/drawingml/2006/main">
              <a:ext uri="{FF2B5EF4-FFF2-40B4-BE49-F238E27FC236}">
                <a16:creationId xmlns:a16="http://schemas.microsoft.com/office/drawing/2014/main" id="{AA33C633-8653-45E1-9E1A-CB21FAD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86" name="inner-P41">
            <a:extLst xmlns:a="http://schemas.openxmlformats.org/drawingml/2006/main">
              <a:ext uri="{FF2B5EF4-FFF2-40B4-BE49-F238E27FC236}">
                <a16:creationId xmlns:a16="http://schemas.microsoft.com/office/drawing/2014/main" id="{DEE1594A-AD00-4641-926C-9441BB1E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7" name="inner-label-P41">
            <a:extLst xmlns:a="http://schemas.openxmlformats.org/drawingml/2006/main">
              <a:ext uri="{FF2B5EF4-FFF2-40B4-BE49-F238E27FC236}">
                <a16:creationId xmlns:a16="http://schemas.microsoft.com/office/drawing/2014/main" id="{496CE699-4FE7-49CB-85DE-F43A314E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P41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88" name="inner-P42">
            <a:extLst xmlns:a="http://schemas.openxmlformats.org/drawingml/2006/main">
              <a:ext uri="{FF2B5EF4-FFF2-40B4-BE49-F238E27FC236}">
                <a16:creationId xmlns:a16="http://schemas.microsoft.com/office/drawing/2014/main" id="{A66B4974-99B8-4FF6-AC84-7868BCF8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9" name="inner-label-P42">
            <a:extLst xmlns:a="http://schemas.openxmlformats.org/drawingml/2006/main">
              <a:ext uri="{FF2B5EF4-FFF2-40B4-BE49-F238E27FC236}">
                <a16:creationId xmlns:a16="http://schemas.microsoft.com/office/drawing/2014/main" id="{F3DCDE97-BA3C-42E5-8308-FD041B45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90" name="inner-P43">
            <a:extLst xmlns:a="http://schemas.openxmlformats.org/drawingml/2006/main">
              <a:ext uri="{FF2B5EF4-FFF2-40B4-BE49-F238E27FC236}">
                <a16:creationId xmlns:a16="http://schemas.microsoft.com/office/drawing/2014/main" id="{D3D5CE1F-8254-411E-B4EB-F5B1AF27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1" name="inner-label-P43">
            <a:extLst xmlns:a="http://schemas.openxmlformats.org/drawingml/2006/main">
              <a:ext uri="{FF2B5EF4-FFF2-40B4-BE49-F238E27FC236}">
                <a16:creationId xmlns:a16="http://schemas.microsoft.com/office/drawing/2014/main" id="{376B6082-8267-4971-A832-4153E609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92" name="inner-P44">
            <a:extLst xmlns:a="http://schemas.openxmlformats.org/drawingml/2006/main">
              <a:ext uri="{FF2B5EF4-FFF2-40B4-BE49-F238E27FC236}">
                <a16:creationId xmlns:a16="http://schemas.microsoft.com/office/drawing/2014/main" id="{49DF9337-D506-4039-B4F9-7CD38717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3" name="inner-label-P44">
            <a:extLst xmlns:a="http://schemas.openxmlformats.org/drawingml/2006/main">
              <a:ext uri="{FF2B5EF4-FFF2-40B4-BE49-F238E27FC236}">
                <a16:creationId xmlns:a16="http://schemas.microsoft.com/office/drawing/2014/main" id="{3E2369E2-41FC-4C55-90E7-4A5B45FA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94" name="inner-delay-note">
            <a:extLst xmlns:a="http://schemas.openxmlformats.org/drawingml/2006/main">
              <a:ext uri="{FF2B5EF4-FFF2-40B4-BE49-F238E27FC236}">
                <a16:creationId xmlns:a16="http://schemas.microsoft.com/office/drawing/2014/main" id="{55A8B4B1-FB1C-4619-8E0E-4553A0E4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24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5CE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C5CE0"/>
                </a:solidFill>
                <a:latin typeface="PingFang SC"/>
                <a:ea typeface="PingFang SC"/>
                <a:cs typeface="PingFang SC"/>
              </a:rPr>
              <a:t>实际时延：tᵣ=dᵣTᵣ，tₐ=dₐTₐ</a:t>
            </a:r>
          </a:p>
        </p:txBody>
      </p:sp>
      <p:sp>
        <p:nvSpPr>
          <p:cNvPr id="95" name="sar-panel">
            <a:extLst xmlns:a="http://schemas.openxmlformats.org/drawingml/2006/main">
              <a:ext uri="{FF2B5EF4-FFF2-40B4-BE49-F238E27FC236}">
                <a16:creationId xmlns:a16="http://schemas.microsoft.com/office/drawing/2014/main" id="{863A8EA1-F6C2-40AF-84AA-B24A4A4F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333500"/>
            <a:ext cx="3848100" cy="4533900"/>
          </a:xfrm>
          <a:prstGeom xmlns:a="http://schemas.openxmlformats.org/drawingml/2006/main" prst="roundRect">
            <a:avLst>
              <a:gd name="adj" fmla="val 198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96" name="sar-panel-title">
            <a:extLst xmlns:a="http://schemas.openxmlformats.org/drawingml/2006/main">
              <a:ext uri="{FF2B5EF4-FFF2-40B4-BE49-F238E27FC236}">
                <a16:creationId xmlns:a16="http://schemas.microsoft.com/office/drawing/2014/main" id="{96DBCC23-32F5-4B8B-BFBC-FAB7B896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097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③ 完整原始回波RD结果</a:t>
            </a:r>
          </a:p>
        </p:txBody>
      </p:sp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10721ad0f403d"/>
          <a:stretch xmlns:a="http://schemas.openxmlformats.org/drawingml/2006/main"/>
        </p:blipFill>
        <p:spPr>
          <a:xfrm xmlns:a="http://schemas.openxmlformats.org/drawingml/2006/main">
            <a:off x="8020050" y="2000752"/>
            <a:ext cx="3695700" cy="35232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536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36DBB-E998-4F86-903F-F05DF37E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物理超单元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24321-FE83-4B1F-9906-52498C5E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5×5外层阵列：25个宏格均分给5个目标通道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66647-AD26-40FF-927D-8C133033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B7B4E-7293-4FA1-8E29-BAAFBABB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F646F-84F9-4FBC-8B87-AFA4C0A4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外层5×5宏格逐格给出Pᵣ꜀与Hₖ；每个Pᵣ꜀内部都严格重复中间4×4的(dᵣ,dₐ)时延矩阵。</a:t>
            </a:r>
          </a:p>
        </p:txBody>
      </p:sp>
      <p:sp>
        <p:nvSpPr>
          <p:cNvPr id="9" name="outer-array-panel">
            <a:extLst xmlns:a="http://schemas.openxmlformats.org/drawingml/2006/main">
              <a:ext uri="{FF2B5EF4-FFF2-40B4-BE49-F238E27FC236}">
                <a16:creationId xmlns:a16="http://schemas.microsoft.com/office/drawing/2014/main" id="{0F4F4558-2352-4CA2-AF42-3771A82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4457700" cy="4533900"/>
          </a:xfrm>
          <a:prstGeom xmlns:a="http://schemas.openxmlformats.org/drawingml/2006/main" prst="roundRect">
            <a:avLst>
              <a:gd name="adj" fmla="val 170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0" name="outer-array-title">
            <a:extLst xmlns:a="http://schemas.openxmlformats.org/drawingml/2006/main">
              <a:ext uri="{FF2B5EF4-FFF2-40B4-BE49-F238E27FC236}">
                <a16:creationId xmlns:a16="http://schemas.microsoft.com/office/drawing/2014/main" id="{84EB0145-E8E8-4551-934E-F89167A2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① 外层 5×5 宏格：Pᵣ꜀ → Hₖ</a:t>
            </a:r>
          </a:p>
        </p:txBody>
      </p:sp>
      <p:sp>
        <p:nvSpPr>
          <p:cNvPr id="11" name="outer-col-1">
            <a:extLst xmlns:a="http://schemas.openxmlformats.org/drawingml/2006/main">
              <a:ext uri="{FF2B5EF4-FFF2-40B4-BE49-F238E27FC236}">
                <a16:creationId xmlns:a16="http://schemas.microsoft.com/office/drawing/2014/main" id="{CA7FF9E7-50F6-4056-B236-BC35A92D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57350"/>
            <a:ext cx="7010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A1</a:t>
            </a:r>
          </a:p>
        </p:txBody>
      </p:sp>
      <p:sp>
        <p:nvSpPr>
          <p:cNvPr id="12" name="outer-col-2">
            <a:extLst xmlns:a="http://schemas.openxmlformats.org/drawingml/2006/main">
              <a:ext uri="{FF2B5EF4-FFF2-40B4-BE49-F238E27FC236}">
                <a16:creationId xmlns:a16="http://schemas.microsoft.com/office/drawing/2014/main" id="{30F58CF0-663B-482E-87CB-F8F2AC8A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" y="1657350"/>
            <a:ext cx="7010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A2</a:t>
            </a:r>
          </a:p>
        </p:txBody>
      </p:sp>
      <p:sp>
        <p:nvSpPr>
          <p:cNvPr id="13" name="outer-col-3">
            <a:extLst xmlns:a="http://schemas.openxmlformats.org/drawingml/2006/main">
              <a:ext uri="{FF2B5EF4-FFF2-40B4-BE49-F238E27FC236}">
                <a16:creationId xmlns:a16="http://schemas.microsoft.com/office/drawing/2014/main" id="{5FDA1ECB-C0A9-4EC3-AA94-C0FAE4E3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" y="1657350"/>
            <a:ext cx="7010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  <p:sp>
        <p:nvSpPr>
          <p:cNvPr id="14" name="outer-col-4">
            <a:extLst xmlns:a="http://schemas.openxmlformats.org/drawingml/2006/main">
              <a:ext uri="{FF2B5EF4-FFF2-40B4-BE49-F238E27FC236}">
                <a16:creationId xmlns:a16="http://schemas.microsoft.com/office/drawing/2014/main" id="{ED963A00-D7C2-449E-A1AC-BB8547D7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445" y="1657350"/>
            <a:ext cx="7010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A4</a:t>
            </a:r>
          </a:p>
        </p:txBody>
      </p:sp>
      <p:sp>
        <p:nvSpPr>
          <p:cNvPr id="15" name="outer-col-5">
            <a:extLst xmlns:a="http://schemas.openxmlformats.org/drawingml/2006/main">
              <a:ext uri="{FF2B5EF4-FFF2-40B4-BE49-F238E27FC236}">
                <a16:creationId xmlns:a16="http://schemas.microsoft.com/office/drawing/2014/main" id="{D8402C92-4BC2-4D4B-A7B2-742B903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485" y="1657350"/>
            <a:ext cx="7010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A5</a:t>
            </a:r>
          </a:p>
        </p:txBody>
      </p:sp>
      <p:sp>
        <p:nvSpPr>
          <p:cNvPr id="16" name="outer-row-1">
            <a:extLst xmlns:a="http://schemas.openxmlformats.org/drawingml/2006/main">
              <a:ext uri="{FF2B5EF4-FFF2-40B4-BE49-F238E27FC236}">
                <a16:creationId xmlns:a16="http://schemas.microsoft.com/office/drawing/2014/main" id="{111DAD6E-CAA7-4E3E-8173-97B160CA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5950"/>
            <a:ext cx="247650" cy="70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646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R1</a:t>
            </a:r>
          </a:p>
        </p:txBody>
      </p:sp>
      <p:sp>
        <p:nvSpPr>
          <p:cNvPr id="17" name="outer-row-2">
            <a:extLst xmlns:a="http://schemas.openxmlformats.org/drawingml/2006/main">
              <a:ext uri="{FF2B5EF4-FFF2-40B4-BE49-F238E27FC236}">
                <a16:creationId xmlns:a16="http://schemas.microsoft.com/office/drawing/2014/main" id="{F7F39EC7-A34C-4455-9864-6D8E3598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86990"/>
            <a:ext cx="247650" cy="70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60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R2</a:t>
            </a:r>
          </a:p>
        </p:txBody>
      </p:sp>
      <p:sp>
        <p:nvSpPr>
          <p:cNvPr id="18" name="outer-row-3">
            <a:extLst xmlns:a="http://schemas.openxmlformats.org/drawingml/2006/main">
              <a:ext uri="{FF2B5EF4-FFF2-40B4-BE49-F238E27FC236}">
                <a16:creationId xmlns:a16="http://schemas.microsoft.com/office/drawing/2014/main" id="{137C297B-1910-4BE9-9215-A409A1C9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88030"/>
            <a:ext cx="247650" cy="70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60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R3</a:t>
            </a:r>
          </a:p>
        </p:txBody>
      </p:sp>
      <p:sp>
        <p:nvSpPr>
          <p:cNvPr id="19" name="outer-row-4">
            <a:extLst xmlns:a="http://schemas.openxmlformats.org/drawingml/2006/main">
              <a:ext uri="{FF2B5EF4-FFF2-40B4-BE49-F238E27FC236}">
                <a16:creationId xmlns:a16="http://schemas.microsoft.com/office/drawing/2014/main" id="{A0CF9F46-7535-483E-8C4C-B7BA1691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89070"/>
            <a:ext cx="247650" cy="70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60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R4</a:t>
            </a:r>
          </a:p>
        </p:txBody>
      </p:sp>
      <p:sp>
        <p:nvSpPr>
          <p:cNvPr id="20" name="outer-row-5">
            <a:extLst xmlns:a="http://schemas.openxmlformats.org/drawingml/2006/main">
              <a:ext uri="{FF2B5EF4-FFF2-40B4-BE49-F238E27FC236}">
                <a16:creationId xmlns:a16="http://schemas.microsoft.com/office/drawing/2014/main" id="{7C2C4643-48B9-4512-BB82-AD64FF06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90110"/>
            <a:ext cx="247650" cy="70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60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R5</a:t>
            </a:r>
          </a:p>
        </p:txBody>
      </p:sp>
      <p:sp>
        <p:nvSpPr>
          <p:cNvPr id="21" name="outer-P11">
            <a:extLst xmlns:a="http://schemas.openxmlformats.org/drawingml/2006/main">
              <a:ext uri="{FF2B5EF4-FFF2-40B4-BE49-F238E27FC236}">
                <a16:creationId xmlns:a16="http://schemas.microsoft.com/office/drawing/2014/main" id="{6BA92B96-1838-40DF-94D8-8331A581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8595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2" name="outer-label-P11">
            <a:extLst xmlns:a="http://schemas.openxmlformats.org/drawingml/2006/main">
              <a:ext uri="{FF2B5EF4-FFF2-40B4-BE49-F238E27FC236}">
                <a16:creationId xmlns:a16="http://schemas.microsoft.com/office/drawing/2014/main" id="{0635D59A-DFCB-40FD-B9EA-6BED94B6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P11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23" name="outer-P12">
            <a:extLst xmlns:a="http://schemas.openxmlformats.org/drawingml/2006/main">
              <a:ext uri="{FF2B5EF4-FFF2-40B4-BE49-F238E27FC236}">
                <a16:creationId xmlns:a16="http://schemas.microsoft.com/office/drawing/2014/main" id="{CE626562-82CF-4866-802E-A5ECB312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" y="188595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4" name="outer-label-P12">
            <a:extLst xmlns:a="http://schemas.openxmlformats.org/drawingml/2006/main">
              <a:ext uri="{FF2B5EF4-FFF2-40B4-BE49-F238E27FC236}">
                <a16:creationId xmlns:a16="http://schemas.microsoft.com/office/drawing/2014/main" id="{02852280-0800-46C5-AC71-B636CFAF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190500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P12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25" name="outer-P13">
            <a:extLst xmlns:a="http://schemas.openxmlformats.org/drawingml/2006/main">
              <a:ext uri="{FF2B5EF4-FFF2-40B4-BE49-F238E27FC236}">
                <a16:creationId xmlns:a16="http://schemas.microsoft.com/office/drawing/2014/main" id="{2F283709-5339-4362-BAD6-EED4092F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" y="188595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C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6" name="outer-label-P13">
            <a:extLst xmlns:a="http://schemas.openxmlformats.org/drawingml/2006/main">
              <a:ext uri="{FF2B5EF4-FFF2-40B4-BE49-F238E27FC236}">
                <a16:creationId xmlns:a16="http://schemas.microsoft.com/office/drawing/2014/main" id="{1C358231-47F4-418C-9BE5-2F3F26BD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190500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P13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27" name="outer-P14">
            <a:extLst xmlns:a="http://schemas.openxmlformats.org/drawingml/2006/main">
              <a:ext uri="{FF2B5EF4-FFF2-40B4-BE49-F238E27FC236}">
                <a16:creationId xmlns:a16="http://schemas.microsoft.com/office/drawing/2014/main" id="{AA21E3A6-A878-46B8-8236-3523F03D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445" y="188595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8" name="outer-label-P14">
            <a:extLst xmlns:a="http://schemas.openxmlformats.org/drawingml/2006/main">
              <a:ext uri="{FF2B5EF4-FFF2-40B4-BE49-F238E27FC236}">
                <a16:creationId xmlns:a16="http://schemas.microsoft.com/office/drawing/2014/main" id="{3229859B-27CD-4EF7-9654-E5AED3E1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495" y="190500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P14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29" name="outer-P15">
            <a:extLst xmlns:a="http://schemas.openxmlformats.org/drawingml/2006/main">
              <a:ext uri="{FF2B5EF4-FFF2-40B4-BE49-F238E27FC236}">
                <a16:creationId xmlns:a16="http://schemas.microsoft.com/office/drawing/2014/main" id="{47BCF3D3-BCB6-43C0-92E2-F4A6A774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485" y="188595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9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0" name="outer-label-P15">
            <a:extLst xmlns:a="http://schemas.openxmlformats.org/drawingml/2006/main">
              <a:ext uri="{FF2B5EF4-FFF2-40B4-BE49-F238E27FC236}">
                <a16:creationId xmlns:a16="http://schemas.microsoft.com/office/drawing/2014/main" id="{C0F9F778-BC4B-4501-B4BF-62F1D1B7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535" y="190500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P15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31" name="outer-P21">
            <a:extLst xmlns:a="http://schemas.openxmlformats.org/drawingml/2006/main">
              <a:ext uri="{FF2B5EF4-FFF2-40B4-BE49-F238E27FC236}">
                <a16:creationId xmlns:a16="http://schemas.microsoft.com/office/drawing/2014/main" id="{EFCEA855-6097-438C-877C-AFA0C272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8699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9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2" name="outer-label-P21">
            <a:extLst xmlns:a="http://schemas.openxmlformats.org/drawingml/2006/main">
              <a:ext uri="{FF2B5EF4-FFF2-40B4-BE49-F238E27FC236}">
                <a16:creationId xmlns:a16="http://schemas.microsoft.com/office/drawing/2014/main" id="{0F40B84B-3D6A-44C9-8420-DB831006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604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P21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33" name="outer-P22">
            <a:extLst xmlns:a="http://schemas.openxmlformats.org/drawingml/2006/main">
              <a:ext uri="{FF2B5EF4-FFF2-40B4-BE49-F238E27FC236}">
                <a16:creationId xmlns:a16="http://schemas.microsoft.com/office/drawing/2014/main" id="{C6A4CD7D-691B-4A54-8520-D927AB86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" y="258699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4" name="outer-label-P22">
            <a:extLst xmlns:a="http://schemas.openxmlformats.org/drawingml/2006/main">
              <a:ext uri="{FF2B5EF4-FFF2-40B4-BE49-F238E27FC236}">
                <a16:creationId xmlns:a16="http://schemas.microsoft.com/office/drawing/2014/main" id="{E84F03D7-8B3A-4FF6-B34F-9E17FEF8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260604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P22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35" name="outer-P23">
            <a:extLst xmlns:a="http://schemas.openxmlformats.org/drawingml/2006/main">
              <a:ext uri="{FF2B5EF4-FFF2-40B4-BE49-F238E27FC236}">
                <a16:creationId xmlns:a16="http://schemas.microsoft.com/office/drawing/2014/main" id="{A67DFB71-1DD0-4B62-AC97-08C8D431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" y="258699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C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6" name="outer-label-P23">
            <a:extLst xmlns:a="http://schemas.openxmlformats.org/drawingml/2006/main">
              <a:ext uri="{FF2B5EF4-FFF2-40B4-BE49-F238E27FC236}">
                <a16:creationId xmlns:a16="http://schemas.microsoft.com/office/drawing/2014/main" id="{02A77D29-EB7D-4382-9058-96A000CF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260604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P23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37" name="outer-P24">
            <a:extLst xmlns:a="http://schemas.openxmlformats.org/drawingml/2006/main">
              <a:ext uri="{FF2B5EF4-FFF2-40B4-BE49-F238E27FC236}">
                <a16:creationId xmlns:a16="http://schemas.microsoft.com/office/drawing/2014/main" id="{C6004CE6-F100-43C8-96BC-5525E91F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445" y="258699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8" name="outer-label-P24">
            <a:extLst xmlns:a="http://schemas.openxmlformats.org/drawingml/2006/main">
              <a:ext uri="{FF2B5EF4-FFF2-40B4-BE49-F238E27FC236}">
                <a16:creationId xmlns:a16="http://schemas.microsoft.com/office/drawing/2014/main" id="{85CD21C8-206C-47DB-B8E7-BA9F4D1F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495" y="260604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P24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39" name="outer-P25">
            <a:extLst xmlns:a="http://schemas.openxmlformats.org/drawingml/2006/main">
              <a:ext uri="{FF2B5EF4-FFF2-40B4-BE49-F238E27FC236}">
                <a16:creationId xmlns:a16="http://schemas.microsoft.com/office/drawing/2014/main" id="{86986B2C-4897-40C8-92C7-E8F5D943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485" y="258699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0" name="outer-label-P25">
            <a:extLst xmlns:a="http://schemas.openxmlformats.org/drawingml/2006/main">
              <a:ext uri="{FF2B5EF4-FFF2-40B4-BE49-F238E27FC236}">
                <a16:creationId xmlns:a16="http://schemas.microsoft.com/office/drawing/2014/main" id="{68D8CF33-80D2-45B5-9A20-2E980086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535" y="260604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P25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41" name="outer-P31">
            <a:extLst xmlns:a="http://schemas.openxmlformats.org/drawingml/2006/main">
              <a:ext uri="{FF2B5EF4-FFF2-40B4-BE49-F238E27FC236}">
                <a16:creationId xmlns:a16="http://schemas.microsoft.com/office/drawing/2014/main" id="{5A87024C-2CF7-4590-A763-D2AD6943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8803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2" name="outer-label-P31">
            <a:extLst xmlns:a="http://schemas.openxmlformats.org/drawingml/2006/main">
              <a:ext uri="{FF2B5EF4-FFF2-40B4-BE49-F238E27FC236}">
                <a16:creationId xmlns:a16="http://schemas.microsoft.com/office/drawing/2014/main" id="{372FA04C-60B2-4414-8B54-F7C3A6FB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0708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P31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43" name="outer-P32">
            <a:extLst xmlns:a="http://schemas.openxmlformats.org/drawingml/2006/main">
              <a:ext uri="{FF2B5EF4-FFF2-40B4-BE49-F238E27FC236}">
                <a16:creationId xmlns:a16="http://schemas.microsoft.com/office/drawing/2014/main" id="{DC1CCFF5-0EBE-4759-95FC-7EE63DD4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" y="328803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4" name="outer-label-P32">
            <a:extLst xmlns:a="http://schemas.openxmlformats.org/drawingml/2006/main">
              <a:ext uri="{FF2B5EF4-FFF2-40B4-BE49-F238E27FC236}">
                <a16:creationId xmlns:a16="http://schemas.microsoft.com/office/drawing/2014/main" id="{2EC789BC-9623-4484-B8D2-CE9F8B5B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330708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P32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45" name="outer-P33">
            <a:extLst xmlns:a="http://schemas.openxmlformats.org/drawingml/2006/main">
              <a:ext uri="{FF2B5EF4-FFF2-40B4-BE49-F238E27FC236}">
                <a16:creationId xmlns:a16="http://schemas.microsoft.com/office/drawing/2014/main" id="{1BC78012-C118-45CF-8145-ADE91A18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" y="328803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C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6" name="outer-label-P33">
            <a:extLst xmlns:a="http://schemas.openxmlformats.org/drawingml/2006/main">
              <a:ext uri="{FF2B5EF4-FFF2-40B4-BE49-F238E27FC236}">
                <a16:creationId xmlns:a16="http://schemas.microsoft.com/office/drawing/2014/main" id="{A46310A5-B3F6-43EB-AE06-721B8F0C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330708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P33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47" name="outer-P34">
            <a:extLst xmlns:a="http://schemas.openxmlformats.org/drawingml/2006/main">
              <a:ext uri="{FF2B5EF4-FFF2-40B4-BE49-F238E27FC236}">
                <a16:creationId xmlns:a16="http://schemas.microsoft.com/office/drawing/2014/main" id="{89C84EFB-93C3-4FA8-B903-4D4AC6E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445" y="328803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8" name="outer-label-P34">
            <a:extLst xmlns:a="http://schemas.openxmlformats.org/drawingml/2006/main">
              <a:ext uri="{FF2B5EF4-FFF2-40B4-BE49-F238E27FC236}">
                <a16:creationId xmlns:a16="http://schemas.microsoft.com/office/drawing/2014/main" id="{FF4AD3BC-CC8C-48FD-B21F-1743FFA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495" y="330708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P34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49" name="outer-P35">
            <a:extLst xmlns:a="http://schemas.openxmlformats.org/drawingml/2006/main">
              <a:ext uri="{FF2B5EF4-FFF2-40B4-BE49-F238E27FC236}">
                <a16:creationId xmlns:a16="http://schemas.microsoft.com/office/drawing/2014/main" id="{E3FFACC2-A055-48AD-9127-A5E98006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485" y="328803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9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0" name="outer-label-P35">
            <a:extLst xmlns:a="http://schemas.openxmlformats.org/drawingml/2006/main">
              <a:ext uri="{FF2B5EF4-FFF2-40B4-BE49-F238E27FC236}">
                <a16:creationId xmlns:a16="http://schemas.microsoft.com/office/drawing/2014/main" id="{0EEEAC46-ADAD-4EA3-BB4B-7567361C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535" y="330708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P35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51" name="outer-P41">
            <a:extLst xmlns:a="http://schemas.openxmlformats.org/drawingml/2006/main">
              <a:ext uri="{FF2B5EF4-FFF2-40B4-BE49-F238E27FC236}">
                <a16:creationId xmlns:a16="http://schemas.microsoft.com/office/drawing/2014/main" id="{3EBD1A97-FEF0-4524-A486-8186B855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8907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9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2" name="outer-label-P41">
            <a:extLst xmlns:a="http://schemas.openxmlformats.org/drawingml/2006/main">
              <a:ext uri="{FF2B5EF4-FFF2-40B4-BE49-F238E27FC236}">
                <a16:creationId xmlns:a16="http://schemas.microsoft.com/office/drawing/2014/main" id="{FA805F98-A83E-4592-9B21-FCD6647A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812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P41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53" name="outer-P42">
            <a:extLst xmlns:a="http://schemas.openxmlformats.org/drawingml/2006/main">
              <a:ext uri="{FF2B5EF4-FFF2-40B4-BE49-F238E27FC236}">
                <a16:creationId xmlns:a16="http://schemas.microsoft.com/office/drawing/2014/main" id="{9CEF9C4E-059B-4CFF-B727-DD9C8824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" y="398907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4" name="outer-label-P42">
            <a:extLst xmlns:a="http://schemas.openxmlformats.org/drawingml/2006/main">
              <a:ext uri="{FF2B5EF4-FFF2-40B4-BE49-F238E27FC236}">
                <a16:creationId xmlns:a16="http://schemas.microsoft.com/office/drawing/2014/main" id="{C53CCFFD-8E84-4ECA-99F1-2FBA3505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400812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P42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55" name="outer-P43">
            <a:extLst xmlns:a="http://schemas.openxmlformats.org/drawingml/2006/main">
              <a:ext uri="{FF2B5EF4-FFF2-40B4-BE49-F238E27FC236}">
                <a16:creationId xmlns:a16="http://schemas.microsoft.com/office/drawing/2014/main" id="{7169D88B-2DD5-445D-86B9-16934C56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" y="398907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C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6" name="outer-label-P43">
            <a:extLst xmlns:a="http://schemas.openxmlformats.org/drawingml/2006/main">
              <a:ext uri="{FF2B5EF4-FFF2-40B4-BE49-F238E27FC236}">
                <a16:creationId xmlns:a16="http://schemas.microsoft.com/office/drawing/2014/main" id="{32E1BFF2-F242-4781-B50D-730F2D58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400812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P43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57" name="outer-P44">
            <a:extLst xmlns:a="http://schemas.openxmlformats.org/drawingml/2006/main">
              <a:ext uri="{FF2B5EF4-FFF2-40B4-BE49-F238E27FC236}">
                <a16:creationId xmlns:a16="http://schemas.microsoft.com/office/drawing/2014/main" id="{2A10B62B-4DA1-42D7-AE3C-290E1032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445" y="398907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8" name="outer-label-P44">
            <a:extLst xmlns:a="http://schemas.openxmlformats.org/drawingml/2006/main">
              <a:ext uri="{FF2B5EF4-FFF2-40B4-BE49-F238E27FC236}">
                <a16:creationId xmlns:a16="http://schemas.microsoft.com/office/drawing/2014/main" id="{2D2A089E-A637-4C17-87EA-EB22BD02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495" y="400812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P44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59" name="outer-P45">
            <a:extLst xmlns:a="http://schemas.openxmlformats.org/drawingml/2006/main">
              <a:ext uri="{FF2B5EF4-FFF2-40B4-BE49-F238E27FC236}">
                <a16:creationId xmlns:a16="http://schemas.microsoft.com/office/drawing/2014/main" id="{468BC271-A6CF-4161-A00C-4F6CEA27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485" y="398907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0" name="outer-label-P45">
            <a:extLst xmlns:a="http://schemas.openxmlformats.org/drawingml/2006/main">
              <a:ext uri="{FF2B5EF4-FFF2-40B4-BE49-F238E27FC236}">
                <a16:creationId xmlns:a16="http://schemas.microsoft.com/office/drawing/2014/main" id="{58297BC4-2956-45F0-8049-0AD34911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535" y="400812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P45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61" name="outer-P51">
            <a:extLst xmlns:a="http://schemas.openxmlformats.org/drawingml/2006/main">
              <a:ext uri="{FF2B5EF4-FFF2-40B4-BE49-F238E27FC236}">
                <a16:creationId xmlns:a16="http://schemas.microsoft.com/office/drawing/2014/main" id="{717E827E-447F-42B4-B263-C5552C0F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9011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2" name="outer-label-P51">
            <a:extLst xmlns:a="http://schemas.openxmlformats.org/drawingml/2006/main">
              <a:ext uri="{FF2B5EF4-FFF2-40B4-BE49-F238E27FC236}">
                <a16:creationId xmlns:a16="http://schemas.microsoft.com/office/drawing/2014/main" id="{FB50CFF8-2967-410A-8D4E-3476FD48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0916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P51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63" name="outer-P52">
            <a:extLst xmlns:a="http://schemas.openxmlformats.org/drawingml/2006/main">
              <a:ext uri="{FF2B5EF4-FFF2-40B4-BE49-F238E27FC236}">
                <a16:creationId xmlns:a16="http://schemas.microsoft.com/office/drawing/2014/main" id="{91B6FFB5-3F68-4F16-9FC2-699718EA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" y="469011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4" name="outer-label-P52">
            <a:extLst xmlns:a="http://schemas.openxmlformats.org/drawingml/2006/main">
              <a:ext uri="{FF2B5EF4-FFF2-40B4-BE49-F238E27FC236}">
                <a16:creationId xmlns:a16="http://schemas.microsoft.com/office/drawing/2014/main" id="{F7CC5EF8-4E5A-4061-AB30-988E44C1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470916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P52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65" name="outer-P53">
            <a:extLst xmlns:a="http://schemas.openxmlformats.org/drawingml/2006/main">
              <a:ext uri="{FF2B5EF4-FFF2-40B4-BE49-F238E27FC236}">
                <a16:creationId xmlns:a16="http://schemas.microsoft.com/office/drawing/2014/main" id="{2F2EFEFC-841F-43B7-B418-D3984E43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" y="469011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C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6" name="outer-label-P53">
            <a:extLst xmlns:a="http://schemas.openxmlformats.org/drawingml/2006/main">
              <a:ext uri="{FF2B5EF4-FFF2-40B4-BE49-F238E27FC236}">
                <a16:creationId xmlns:a16="http://schemas.microsoft.com/office/drawing/2014/main" id="{8467201C-5CE9-4068-80AA-9510D68A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470916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P53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67" name="outer-P54">
            <a:extLst xmlns:a="http://schemas.openxmlformats.org/drawingml/2006/main">
              <a:ext uri="{FF2B5EF4-FFF2-40B4-BE49-F238E27FC236}">
                <a16:creationId xmlns:a16="http://schemas.microsoft.com/office/drawing/2014/main" id="{C888D9EF-8196-45CF-8090-FD8B97B0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445" y="469011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8" name="outer-label-P54">
            <a:extLst xmlns:a="http://schemas.openxmlformats.org/drawingml/2006/main">
              <a:ext uri="{FF2B5EF4-FFF2-40B4-BE49-F238E27FC236}">
                <a16:creationId xmlns:a16="http://schemas.microsoft.com/office/drawing/2014/main" id="{F77E9AD1-EB7C-4005-BB2B-A6F4D55C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495" y="470916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P54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69" name="outer-P55">
            <a:extLst xmlns:a="http://schemas.openxmlformats.org/drawingml/2006/main">
              <a:ext uri="{FF2B5EF4-FFF2-40B4-BE49-F238E27FC236}">
                <a16:creationId xmlns:a16="http://schemas.microsoft.com/office/drawing/2014/main" id="{F9E1E3B4-CC89-4040-AED3-3580619B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485" y="4690110"/>
            <a:ext cx="70104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9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0" name="outer-label-P55">
            <a:extLst xmlns:a="http://schemas.openxmlformats.org/drawingml/2006/main">
              <a:ext uri="{FF2B5EF4-FFF2-40B4-BE49-F238E27FC236}">
                <a16:creationId xmlns:a16="http://schemas.microsoft.com/office/drawing/2014/main" id="{EAEDB23F-26E2-496E-9BE3-A4A2E7CB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535" y="4709160"/>
            <a:ext cx="66294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P55</a:t>
            </a:r>
          </a:p>
          <a:p xmlns:a="http://schemas.openxmlformats.org/drawingml/2006/main">
            <a:pPr algn="ctr">
              <a:def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71" name="outer-frequency-note">
            <a:extLst xmlns:a="http://schemas.openxmlformats.org/drawingml/2006/main">
              <a:ext uri="{FF2B5EF4-FFF2-40B4-BE49-F238E27FC236}">
                <a16:creationId xmlns:a16="http://schemas.microsoft.com/office/drawing/2014/main" id="{30D2E113-6A54-4917-ABD4-55DA89C4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Hₖ决定该宏格使用的距离/方位调制频率</a:t>
            </a:r>
          </a:p>
        </p:txBody>
      </p:sp>
      <p:sp>
        <p:nvSpPr>
          <p:cNvPr id="72" name="inner-delay-panel">
            <a:extLst xmlns:a="http://schemas.openxmlformats.org/drawingml/2006/main">
              <a:ext uri="{FF2B5EF4-FFF2-40B4-BE49-F238E27FC236}">
                <a16:creationId xmlns:a16="http://schemas.microsoft.com/office/drawing/2014/main" id="{27B07ED7-9A96-4288-B350-602AADFE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333500"/>
            <a:ext cx="2857500" cy="4533900"/>
          </a:xfrm>
          <a:prstGeom xmlns:a="http://schemas.openxmlformats.org/drawingml/2006/main" prst="roundRect">
            <a:avLst>
              <a:gd name="adj" fmla="val 2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73" name="inner-delay-title">
            <a:extLst xmlns:a="http://schemas.openxmlformats.org/drawingml/2006/main">
              <a:ext uri="{FF2B5EF4-FFF2-40B4-BE49-F238E27FC236}">
                <a16:creationId xmlns:a16="http://schemas.microsoft.com/office/drawing/2014/main" id="{6AEB728D-C69E-4741-93FC-464D620E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09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② 任取一个Pᵣ꜀：内部4×4时延</a:t>
            </a:r>
          </a:p>
        </p:txBody>
      </p:sp>
      <p:sp>
        <p:nvSpPr>
          <p:cNvPr id="74" name="inner-col-1">
            <a:extLst xmlns:a="http://schemas.openxmlformats.org/drawingml/2006/main">
              <a:ext uri="{FF2B5EF4-FFF2-40B4-BE49-F238E27FC236}">
                <a16:creationId xmlns:a16="http://schemas.microsoft.com/office/drawing/2014/main" id="{E27B7840-C35E-480D-AAD1-BF10C7E5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A1</a:t>
            </a:r>
          </a:p>
        </p:txBody>
      </p:sp>
      <p:sp>
        <p:nvSpPr>
          <p:cNvPr id="75" name="inner-col-2">
            <a:extLst xmlns:a="http://schemas.openxmlformats.org/drawingml/2006/main">
              <a:ext uri="{FF2B5EF4-FFF2-40B4-BE49-F238E27FC236}">
                <a16:creationId xmlns:a16="http://schemas.microsoft.com/office/drawing/2014/main" id="{EFE649EB-4BF3-4226-8000-8319CF16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A2</a:t>
            </a:r>
          </a:p>
        </p:txBody>
      </p:sp>
      <p:sp>
        <p:nvSpPr>
          <p:cNvPr id="76" name="inner-col-3">
            <a:extLst xmlns:a="http://schemas.openxmlformats.org/drawingml/2006/main">
              <a:ext uri="{FF2B5EF4-FFF2-40B4-BE49-F238E27FC236}">
                <a16:creationId xmlns:a16="http://schemas.microsoft.com/office/drawing/2014/main" id="{F14073B3-E066-4BB2-AC4D-CAE24C12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  <p:sp>
        <p:nvSpPr>
          <p:cNvPr id="77" name="inner-col-4">
            <a:extLst xmlns:a="http://schemas.openxmlformats.org/drawingml/2006/main">
              <a:ext uri="{FF2B5EF4-FFF2-40B4-BE49-F238E27FC236}">
                <a16:creationId xmlns:a16="http://schemas.microsoft.com/office/drawing/2014/main" id="{555C86A1-2213-4515-B5F8-AE481F08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A4</a:t>
            </a:r>
          </a:p>
        </p:txBody>
      </p:sp>
      <p:sp>
        <p:nvSpPr>
          <p:cNvPr id="78" name="inner-row-1">
            <a:extLst xmlns:a="http://schemas.openxmlformats.org/drawingml/2006/main">
              <a:ext uri="{FF2B5EF4-FFF2-40B4-BE49-F238E27FC236}">
                <a16:creationId xmlns:a16="http://schemas.microsoft.com/office/drawing/2014/main" id="{2F3B3579-A4A9-45E7-8791-B7CB371F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R1</a:t>
            </a:r>
          </a:p>
        </p:txBody>
      </p:sp>
      <p:sp>
        <p:nvSpPr>
          <p:cNvPr id="79" name="inner-row-2">
            <a:extLst xmlns:a="http://schemas.openxmlformats.org/drawingml/2006/main">
              <a:ext uri="{FF2B5EF4-FFF2-40B4-BE49-F238E27FC236}">
                <a16:creationId xmlns:a16="http://schemas.microsoft.com/office/drawing/2014/main" id="{82C4E1A3-94B3-4AAA-BC37-4F773E8C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90788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R2</a:t>
            </a:r>
          </a:p>
        </p:txBody>
      </p:sp>
      <p:sp>
        <p:nvSpPr>
          <p:cNvPr id="80" name="inner-row-3">
            <a:extLst xmlns:a="http://schemas.openxmlformats.org/drawingml/2006/main">
              <a:ext uri="{FF2B5EF4-FFF2-40B4-BE49-F238E27FC236}">
                <a16:creationId xmlns:a16="http://schemas.microsoft.com/office/drawing/2014/main" id="{E14BEA27-3F39-48D4-802D-A5FCA88C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95625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R3</a:t>
            </a:r>
          </a:p>
        </p:txBody>
      </p:sp>
      <p:sp>
        <p:nvSpPr>
          <p:cNvPr id="81" name="inner-row-4">
            <a:extLst xmlns:a="http://schemas.openxmlformats.org/drawingml/2006/main">
              <a:ext uri="{FF2B5EF4-FFF2-40B4-BE49-F238E27FC236}">
                <a16:creationId xmlns:a16="http://schemas.microsoft.com/office/drawing/2014/main" id="{E7663BBD-D602-4C3D-B769-C2202849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00463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R4</a:t>
            </a:r>
          </a:p>
        </p:txBody>
      </p:sp>
      <p:sp>
        <p:nvSpPr>
          <p:cNvPr id="82" name="inner-P11">
            <a:extLst xmlns:a="http://schemas.openxmlformats.org/drawingml/2006/main">
              <a:ext uri="{FF2B5EF4-FFF2-40B4-BE49-F238E27FC236}">
                <a16:creationId xmlns:a16="http://schemas.microsoft.com/office/drawing/2014/main" id="{B2374509-B21A-4C79-A9C9-696A2302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3" name="inner-label-P11">
            <a:extLst xmlns:a="http://schemas.openxmlformats.org/drawingml/2006/main">
              <a:ext uri="{FF2B5EF4-FFF2-40B4-BE49-F238E27FC236}">
                <a16:creationId xmlns:a16="http://schemas.microsoft.com/office/drawing/2014/main" id="{410FF498-A531-4F92-91CF-8D9D82FE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P11</a:t>
            </a:r>
          </a:p>
          <a:p xmlns:a="http://schemas.openxmlformats.org/drawingml/2006/main">
            <a:pPr algn="ctr">
              <a:def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84" name="inner-P12">
            <a:extLst xmlns:a="http://schemas.openxmlformats.org/drawingml/2006/main">
              <a:ext uri="{FF2B5EF4-FFF2-40B4-BE49-F238E27FC236}">
                <a16:creationId xmlns:a16="http://schemas.microsoft.com/office/drawing/2014/main" id="{36876342-BFB9-41DE-96C0-AA0F4D71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5" name="inner-label-P12">
            <a:extLst xmlns:a="http://schemas.openxmlformats.org/drawingml/2006/main">
              <a:ext uri="{FF2B5EF4-FFF2-40B4-BE49-F238E27FC236}">
                <a16:creationId xmlns:a16="http://schemas.microsoft.com/office/drawing/2014/main" id="{7D32FC47-C605-495D-AFBC-FC32412B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86" name="inner-P13">
            <a:extLst xmlns:a="http://schemas.openxmlformats.org/drawingml/2006/main">
              <a:ext uri="{FF2B5EF4-FFF2-40B4-BE49-F238E27FC236}">
                <a16:creationId xmlns:a16="http://schemas.microsoft.com/office/drawing/2014/main" id="{B87A1EEA-7575-44D0-BD68-FA38512D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7" name="inner-label-P13">
            <a:extLst xmlns:a="http://schemas.openxmlformats.org/drawingml/2006/main">
              <a:ext uri="{FF2B5EF4-FFF2-40B4-BE49-F238E27FC236}">
                <a16:creationId xmlns:a16="http://schemas.microsoft.com/office/drawing/2014/main" id="{F99B95D0-96E2-489C-B5C6-888F3303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88" name="inner-P14">
            <a:extLst xmlns:a="http://schemas.openxmlformats.org/drawingml/2006/main">
              <a:ext uri="{FF2B5EF4-FFF2-40B4-BE49-F238E27FC236}">
                <a16:creationId xmlns:a16="http://schemas.microsoft.com/office/drawing/2014/main" id="{43DF640B-EB69-4DC5-884F-F4A58B9C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9" name="inner-label-P14">
            <a:extLst xmlns:a="http://schemas.openxmlformats.org/drawingml/2006/main">
              <a:ext uri="{FF2B5EF4-FFF2-40B4-BE49-F238E27FC236}">
                <a16:creationId xmlns:a16="http://schemas.microsoft.com/office/drawing/2014/main" id="{867A208E-89C5-4752-AE47-BE9B4176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90" name="inner-P21">
            <a:extLst xmlns:a="http://schemas.openxmlformats.org/drawingml/2006/main">
              <a:ext uri="{FF2B5EF4-FFF2-40B4-BE49-F238E27FC236}">
                <a16:creationId xmlns:a16="http://schemas.microsoft.com/office/drawing/2014/main" id="{128B5023-8562-4B5B-8EBE-E470C1A5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1" name="inner-label-P21">
            <a:extLst xmlns:a="http://schemas.openxmlformats.org/drawingml/2006/main">
              <a:ext uri="{FF2B5EF4-FFF2-40B4-BE49-F238E27FC236}">
                <a16:creationId xmlns:a16="http://schemas.microsoft.com/office/drawing/2014/main" id="{A03AB103-CEA6-40F0-AEE3-EE9DE394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P21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92" name="inner-P22">
            <a:extLst xmlns:a="http://schemas.openxmlformats.org/drawingml/2006/main">
              <a:ext uri="{FF2B5EF4-FFF2-40B4-BE49-F238E27FC236}">
                <a16:creationId xmlns:a16="http://schemas.microsoft.com/office/drawing/2014/main" id="{86F633B8-374C-4DBA-BE9F-1185105C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3" name="inner-label-P22">
            <a:extLst xmlns:a="http://schemas.openxmlformats.org/drawingml/2006/main">
              <a:ext uri="{FF2B5EF4-FFF2-40B4-BE49-F238E27FC236}">
                <a16:creationId xmlns:a16="http://schemas.microsoft.com/office/drawing/2014/main" id="{85D08499-8064-4AF9-9A17-845CB563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94" name="inner-P23">
            <a:extLst xmlns:a="http://schemas.openxmlformats.org/drawingml/2006/main">
              <a:ext uri="{FF2B5EF4-FFF2-40B4-BE49-F238E27FC236}">
                <a16:creationId xmlns:a16="http://schemas.microsoft.com/office/drawing/2014/main" id="{B5724674-F483-4C7B-8930-41207521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5" name="inner-label-P23">
            <a:extLst xmlns:a="http://schemas.openxmlformats.org/drawingml/2006/main">
              <a:ext uri="{FF2B5EF4-FFF2-40B4-BE49-F238E27FC236}">
                <a16:creationId xmlns:a16="http://schemas.microsoft.com/office/drawing/2014/main" id="{262D6BD1-00DA-45C5-AC95-CA071C8D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96" name="inner-P24">
            <a:extLst xmlns:a="http://schemas.openxmlformats.org/drawingml/2006/main">
              <a:ext uri="{FF2B5EF4-FFF2-40B4-BE49-F238E27FC236}">
                <a16:creationId xmlns:a16="http://schemas.microsoft.com/office/drawing/2014/main" id="{0901071F-7879-4CF4-AFB3-A4F63CBE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7" name="inner-label-P24">
            <a:extLst xmlns:a="http://schemas.openxmlformats.org/drawingml/2006/main">
              <a:ext uri="{FF2B5EF4-FFF2-40B4-BE49-F238E27FC236}">
                <a16:creationId xmlns:a16="http://schemas.microsoft.com/office/drawing/2014/main" id="{6C538032-7304-455E-914B-C4643607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98" name="inner-P31">
            <a:extLst xmlns:a="http://schemas.openxmlformats.org/drawingml/2006/main">
              <a:ext uri="{FF2B5EF4-FFF2-40B4-BE49-F238E27FC236}">
                <a16:creationId xmlns:a16="http://schemas.microsoft.com/office/drawing/2014/main" id="{E5930F8B-1896-42BD-AF11-25B56109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9" name="inner-label-P31">
            <a:extLst xmlns:a="http://schemas.openxmlformats.org/drawingml/2006/main">
              <a:ext uri="{FF2B5EF4-FFF2-40B4-BE49-F238E27FC236}">
                <a16:creationId xmlns:a16="http://schemas.microsoft.com/office/drawing/2014/main" id="{CA2336BD-2967-4C22-974F-B000382E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P31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00" name="inner-P32">
            <a:extLst xmlns:a="http://schemas.openxmlformats.org/drawingml/2006/main">
              <a:ext uri="{FF2B5EF4-FFF2-40B4-BE49-F238E27FC236}">
                <a16:creationId xmlns:a16="http://schemas.microsoft.com/office/drawing/2014/main" id="{679D01A8-BA33-4F3B-A8C5-083430F0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1" name="inner-label-P32">
            <a:extLst xmlns:a="http://schemas.openxmlformats.org/drawingml/2006/main">
              <a:ext uri="{FF2B5EF4-FFF2-40B4-BE49-F238E27FC236}">
                <a16:creationId xmlns:a16="http://schemas.microsoft.com/office/drawing/2014/main" id="{66581C36-6FBA-41BE-BCFF-AC02A8E4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02" name="inner-P33">
            <a:extLst xmlns:a="http://schemas.openxmlformats.org/drawingml/2006/main">
              <a:ext uri="{FF2B5EF4-FFF2-40B4-BE49-F238E27FC236}">
                <a16:creationId xmlns:a16="http://schemas.microsoft.com/office/drawing/2014/main" id="{7925693B-3EC0-4543-BC8F-9650430D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3" name="inner-label-P33">
            <a:extLst xmlns:a="http://schemas.openxmlformats.org/drawingml/2006/main">
              <a:ext uri="{FF2B5EF4-FFF2-40B4-BE49-F238E27FC236}">
                <a16:creationId xmlns:a16="http://schemas.microsoft.com/office/drawing/2014/main" id="{B200ABE5-C4CA-4C2F-A281-4BD72EC8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04" name="inner-P34">
            <a:extLst xmlns:a="http://schemas.openxmlformats.org/drawingml/2006/main">
              <a:ext uri="{FF2B5EF4-FFF2-40B4-BE49-F238E27FC236}">
                <a16:creationId xmlns:a16="http://schemas.microsoft.com/office/drawing/2014/main" id="{4F5276B2-A1C6-490D-9102-EF23B0C3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5" name="inner-label-P34">
            <a:extLst xmlns:a="http://schemas.openxmlformats.org/drawingml/2006/main">
              <a:ext uri="{FF2B5EF4-FFF2-40B4-BE49-F238E27FC236}">
                <a16:creationId xmlns:a16="http://schemas.microsoft.com/office/drawing/2014/main" id="{0D3BC53B-21D2-4BDF-967A-8FFC4D87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06" name="inner-P41">
            <a:extLst xmlns:a="http://schemas.openxmlformats.org/drawingml/2006/main">
              <a:ext uri="{FF2B5EF4-FFF2-40B4-BE49-F238E27FC236}">
                <a16:creationId xmlns:a16="http://schemas.microsoft.com/office/drawing/2014/main" id="{B6286C61-079C-4363-BE85-65D2B894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7" name="inner-label-P41">
            <a:extLst xmlns:a="http://schemas.openxmlformats.org/drawingml/2006/main">
              <a:ext uri="{FF2B5EF4-FFF2-40B4-BE49-F238E27FC236}">
                <a16:creationId xmlns:a16="http://schemas.microsoft.com/office/drawing/2014/main" id="{C5D301E1-0FC5-438C-909C-DF2FD8E3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P41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08" name="inner-P42">
            <a:extLst xmlns:a="http://schemas.openxmlformats.org/drawingml/2006/main">
              <a:ext uri="{FF2B5EF4-FFF2-40B4-BE49-F238E27FC236}">
                <a16:creationId xmlns:a16="http://schemas.microsoft.com/office/drawing/2014/main" id="{A51696F3-10E2-4F13-B29A-60A403FD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9" name="inner-label-P42">
            <a:extLst xmlns:a="http://schemas.openxmlformats.org/drawingml/2006/main">
              <a:ext uri="{FF2B5EF4-FFF2-40B4-BE49-F238E27FC236}">
                <a16:creationId xmlns:a16="http://schemas.microsoft.com/office/drawing/2014/main" id="{C2103515-4C55-4501-88DF-C6CA4535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10" name="inner-P43">
            <a:extLst xmlns:a="http://schemas.openxmlformats.org/drawingml/2006/main">
              <a:ext uri="{FF2B5EF4-FFF2-40B4-BE49-F238E27FC236}">
                <a16:creationId xmlns:a16="http://schemas.microsoft.com/office/drawing/2014/main" id="{E8DEE165-68A1-4EF5-9EE9-14A8C142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1" name="inner-label-P43">
            <a:extLst xmlns:a="http://schemas.openxmlformats.org/drawingml/2006/main">
              <a:ext uri="{FF2B5EF4-FFF2-40B4-BE49-F238E27FC236}">
                <a16:creationId xmlns:a16="http://schemas.microsoft.com/office/drawing/2014/main" id="{A2830CFE-FF10-4304-B982-085B2CC8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12" name="inner-P44">
            <a:extLst xmlns:a="http://schemas.openxmlformats.org/drawingml/2006/main">
              <a:ext uri="{FF2B5EF4-FFF2-40B4-BE49-F238E27FC236}">
                <a16:creationId xmlns:a16="http://schemas.microsoft.com/office/drawing/2014/main" id="{491ED701-5AFE-4821-8024-A3FAAFE1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3" name="inner-label-P44">
            <a:extLst xmlns:a="http://schemas.openxmlformats.org/drawingml/2006/main">
              <a:ext uri="{FF2B5EF4-FFF2-40B4-BE49-F238E27FC236}">
                <a16:creationId xmlns:a16="http://schemas.microsoft.com/office/drawing/2014/main" id="{60AE779A-1F98-4C10-84B2-B0781A16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14" name="inner-delay-note">
            <a:extLst xmlns:a="http://schemas.openxmlformats.org/drawingml/2006/main">
              <a:ext uri="{FF2B5EF4-FFF2-40B4-BE49-F238E27FC236}">
                <a16:creationId xmlns:a16="http://schemas.microsoft.com/office/drawing/2014/main" id="{89FFA2AF-1F58-4D6E-A2BD-F12E302D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24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5CE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C5CE0"/>
                </a:solidFill>
                <a:latin typeface="PingFang SC"/>
                <a:ea typeface="PingFang SC"/>
                <a:cs typeface="PingFang SC"/>
              </a:rPr>
              <a:t>实际时延：tᵣ=dᵣTᵣ，tₐ=dₐTₐ</a:t>
            </a:r>
          </a:p>
        </p:txBody>
      </p:sp>
      <p:sp>
        <p:nvSpPr>
          <p:cNvPr id="115" name="sar-panel">
            <a:extLst xmlns:a="http://schemas.openxmlformats.org/drawingml/2006/main">
              <a:ext uri="{FF2B5EF4-FFF2-40B4-BE49-F238E27FC236}">
                <a16:creationId xmlns:a16="http://schemas.microsoft.com/office/drawing/2014/main" id="{8E1AB50D-9233-45A9-80AD-793B81A9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333500"/>
            <a:ext cx="3848100" cy="4533900"/>
          </a:xfrm>
          <a:prstGeom xmlns:a="http://schemas.openxmlformats.org/drawingml/2006/main" prst="roundRect">
            <a:avLst>
              <a:gd name="adj" fmla="val 198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16" name="sar-panel-title">
            <a:extLst xmlns:a="http://schemas.openxmlformats.org/drawingml/2006/main">
              <a:ext uri="{FF2B5EF4-FFF2-40B4-BE49-F238E27FC236}">
                <a16:creationId xmlns:a16="http://schemas.microsoft.com/office/drawing/2014/main" id="{E7F4227C-C77A-4D29-87B9-42AB2198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097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③ 完整原始回波RD结果</a:t>
            </a:r>
          </a:p>
        </p:txBody>
      </p:sp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dfe05892348d7"/>
          <a:stretch xmlns:a="http://schemas.openxmlformats.org/drawingml/2006/main"/>
        </p:blipFill>
        <p:spPr>
          <a:xfrm xmlns:a="http://schemas.openxmlformats.org/drawingml/2006/main">
            <a:off x="8020050" y="2000752"/>
            <a:ext cx="3695700" cy="35232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661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903E8-FADB-4C90-99FD-A5889190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物理超单元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C3F2A-3C88-4749-BC6B-CBC83FBF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7×7外层控制阵列：49个宏格支持9个常规通道或最多49个手绘点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BD076-38CC-4A3B-99C8-C9F3D341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CB5D9-DB4D-4164-9694-150D9E35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06A67-4E67-47FC-8960-B3DEB411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52550"/>
            <a:ext cx="50292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19c03a7964e74"/>
          <a:stretch xmlns:a="http://schemas.openxmlformats.org/drawingml/2006/main"/>
        </p:blipFill>
        <p:spPr>
          <a:xfrm xmlns:a="http://schemas.openxmlformats.org/drawingml/2006/main">
            <a:off x="6800850" y="1450636"/>
            <a:ext cx="4953000" cy="412817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540EE-317D-4644-AA89-F7109746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C7FB6-409B-433C-8466-CFAF6B8E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150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49个外层宏格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42349-C6C1-4619-A4EB-C3BBF740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674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EAF8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95369-C3E2-4E8B-9E21-6D806375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1502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9A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9A69"/>
                </a:solidFill>
                <a:latin typeface="PingFang SC"/>
                <a:ea typeface="PingFang SC"/>
                <a:cs typeface="PingFang SC"/>
              </a:rPr>
              <a:t>每格内含16个时延子组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DB57E-4D15-4A9C-ADDF-86A668FE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674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FF4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E6635-E3A8-4F48-945D-DEF2E76B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9150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总计784个逻辑子组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17269-0A96-496C-B67B-73DF4895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864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右图为3000散射点高分辨率完整RD结果，用于精度交叉验证</a:t>
            </a:r>
          </a:p>
        </p:txBody>
      </p:sp>
      <p:sp>
        <p:nvSpPr>
          <p:cNvPr id="19" name="outer-array-panel">
            <a:extLst xmlns:a="http://schemas.openxmlformats.org/drawingml/2006/main">
              <a:ext uri="{FF2B5EF4-FFF2-40B4-BE49-F238E27FC236}">
                <a16:creationId xmlns:a16="http://schemas.microsoft.com/office/drawing/2014/main" id="{6B186664-D72D-4830-AA6D-AE5D1562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3714750" cy="4324350"/>
          </a:xfrm>
          <a:prstGeom xmlns:a="http://schemas.openxmlformats.org/drawingml/2006/main" prst="roundRect">
            <a:avLst>
              <a:gd name="adj" fmla="val 205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0" name="outer-array-title">
            <a:extLst xmlns:a="http://schemas.openxmlformats.org/drawingml/2006/main">
              <a:ext uri="{FF2B5EF4-FFF2-40B4-BE49-F238E27FC236}">
                <a16:creationId xmlns:a16="http://schemas.microsoft.com/office/drawing/2014/main" id="{377F3136-9EE6-4219-B41E-09845C9B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① 外层 7×7 宏格：Pᵣ꜀ → Hₖ</a:t>
            </a:r>
          </a:p>
        </p:txBody>
      </p:sp>
      <p:sp>
        <p:nvSpPr>
          <p:cNvPr id="21" name="outer-col-1">
            <a:extLst xmlns:a="http://schemas.openxmlformats.org/drawingml/2006/main">
              <a:ext uri="{FF2B5EF4-FFF2-40B4-BE49-F238E27FC236}">
                <a16:creationId xmlns:a16="http://schemas.microsoft.com/office/drawing/2014/main" id="{CA78C243-ACFB-4484-992C-A0F4FD9C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76400"/>
            <a:ext cx="46944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A1</a:t>
            </a:r>
          </a:p>
        </p:txBody>
      </p:sp>
      <p:sp>
        <p:nvSpPr>
          <p:cNvPr id="22" name="outer-col-2">
            <a:extLst xmlns:a="http://schemas.openxmlformats.org/drawingml/2006/main">
              <a:ext uri="{FF2B5EF4-FFF2-40B4-BE49-F238E27FC236}">
                <a16:creationId xmlns:a16="http://schemas.microsoft.com/office/drawing/2014/main" id="{FC3000D2-313A-4B18-B609-93043E97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71" y="1676400"/>
            <a:ext cx="46944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A2</a:t>
            </a:r>
          </a:p>
        </p:txBody>
      </p:sp>
      <p:sp>
        <p:nvSpPr>
          <p:cNvPr id="23" name="outer-col-3">
            <a:extLst xmlns:a="http://schemas.openxmlformats.org/drawingml/2006/main">
              <a:ext uri="{FF2B5EF4-FFF2-40B4-BE49-F238E27FC236}">
                <a16:creationId xmlns:a16="http://schemas.microsoft.com/office/drawing/2014/main" id="{65AACDB1-1ACC-483D-8A1F-83B60C56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18" y="1676400"/>
            <a:ext cx="46944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  <p:sp>
        <p:nvSpPr>
          <p:cNvPr id="24" name="outer-col-4">
            <a:extLst xmlns:a="http://schemas.openxmlformats.org/drawingml/2006/main">
              <a:ext uri="{FF2B5EF4-FFF2-40B4-BE49-F238E27FC236}">
                <a16:creationId xmlns:a16="http://schemas.microsoft.com/office/drawing/2014/main" id="{B7183737-BEF1-42A2-B8D2-1AA3D2B1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664" y="1676400"/>
            <a:ext cx="46944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A4</a:t>
            </a:r>
          </a:p>
        </p:txBody>
      </p:sp>
      <p:sp>
        <p:nvSpPr>
          <p:cNvPr id="25" name="outer-col-5">
            <a:extLst xmlns:a="http://schemas.openxmlformats.org/drawingml/2006/main">
              <a:ext uri="{FF2B5EF4-FFF2-40B4-BE49-F238E27FC236}">
                <a16:creationId xmlns:a16="http://schemas.microsoft.com/office/drawing/2014/main" id="{6D348CA3-B470-4EF8-A4BD-919ADC89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111" y="1676400"/>
            <a:ext cx="46944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A5</a:t>
            </a:r>
          </a:p>
        </p:txBody>
      </p:sp>
      <p:sp>
        <p:nvSpPr>
          <p:cNvPr id="26" name="outer-col-6">
            <a:extLst xmlns:a="http://schemas.openxmlformats.org/drawingml/2006/main">
              <a:ext uri="{FF2B5EF4-FFF2-40B4-BE49-F238E27FC236}">
                <a16:creationId xmlns:a16="http://schemas.microsoft.com/office/drawing/2014/main" id="{E61F1529-3EC9-430B-9ABE-9AD260D3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557" y="1676400"/>
            <a:ext cx="46944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A6</a:t>
            </a:r>
          </a:p>
        </p:txBody>
      </p:sp>
      <p:sp>
        <p:nvSpPr>
          <p:cNvPr id="27" name="outer-col-7">
            <a:extLst xmlns:a="http://schemas.openxmlformats.org/drawingml/2006/main">
              <a:ext uri="{FF2B5EF4-FFF2-40B4-BE49-F238E27FC236}">
                <a16:creationId xmlns:a16="http://schemas.microsoft.com/office/drawing/2014/main" id="{B98217E8-E444-4CB3-9A56-9837D045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04" y="1676400"/>
            <a:ext cx="46944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A7</a:t>
            </a:r>
          </a:p>
        </p:txBody>
      </p:sp>
      <p:sp>
        <p:nvSpPr>
          <p:cNvPr id="28" name="outer-row-1">
            <a:extLst xmlns:a="http://schemas.openxmlformats.org/drawingml/2006/main">
              <a:ext uri="{FF2B5EF4-FFF2-40B4-BE49-F238E27FC236}">
                <a16:creationId xmlns:a16="http://schemas.microsoft.com/office/drawing/2014/main" id="{59F68254-EA80-4D02-A91C-C4435008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0"/>
            <a:ext cx="247650" cy="469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7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R1</a:t>
            </a:r>
          </a:p>
        </p:txBody>
      </p:sp>
      <p:sp>
        <p:nvSpPr>
          <p:cNvPr id="29" name="outer-row-2">
            <a:extLst xmlns:a="http://schemas.openxmlformats.org/drawingml/2006/main">
              <a:ext uri="{FF2B5EF4-FFF2-40B4-BE49-F238E27FC236}">
                <a16:creationId xmlns:a16="http://schemas.microsoft.com/office/drawing/2014/main" id="{0FA73B9D-A553-46CE-A620-DB43FFCB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74446"/>
            <a:ext cx="247650" cy="469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R2</a:t>
            </a:r>
          </a:p>
        </p:txBody>
      </p:sp>
      <p:sp>
        <p:nvSpPr>
          <p:cNvPr id="30" name="outer-row-3">
            <a:extLst xmlns:a="http://schemas.openxmlformats.org/drawingml/2006/main">
              <a:ext uri="{FF2B5EF4-FFF2-40B4-BE49-F238E27FC236}">
                <a16:creationId xmlns:a16="http://schemas.microsoft.com/office/drawing/2014/main" id="{6B8B8D64-59C6-47E2-ADD5-22759FF5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43893"/>
            <a:ext cx="247650" cy="469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R3</a:t>
            </a:r>
          </a:p>
        </p:txBody>
      </p:sp>
      <p:sp>
        <p:nvSpPr>
          <p:cNvPr id="31" name="outer-row-4">
            <a:extLst xmlns:a="http://schemas.openxmlformats.org/drawingml/2006/main">
              <a:ext uri="{FF2B5EF4-FFF2-40B4-BE49-F238E27FC236}">
                <a16:creationId xmlns:a16="http://schemas.microsoft.com/office/drawing/2014/main" id="{BE91822C-628E-408A-961D-9BB87DD0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13339"/>
            <a:ext cx="247650" cy="469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R4</a:t>
            </a:r>
          </a:p>
        </p:txBody>
      </p:sp>
      <p:sp>
        <p:nvSpPr>
          <p:cNvPr id="32" name="outer-row-5">
            <a:extLst xmlns:a="http://schemas.openxmlformats.org/drawingml/2006/main">
              <a:ext uri="{FF2B5EF4-FFF2-40B4-BE49-F238E27FC236}">
                <a16:creationId xmlns:a16="http://schemas.microsoft.com/office/drawing/2014/main" id="{8DB7BCBD-17CD-476A-9826-8660D908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82786"/>
            <a:ext cx="247650" cy="469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R5</a:t>
            </a:r>
          </a:p>
        </p:txBody>
      </p:sp>
      <p:sp>
        <p:nvSpPr>
          <p:cNvPr id="33" name="outer-row-6">
            <a:extLst xmlns:a="http://schemas.openxmlformats.org/drawingml/2006/main">
              <a:ext uri="{FF2B5EF4-FFF2-40B4-BE49-F238E27FC236}">
                <a16:creationId xmlns:a16="http://schemas.microsoft.com/office/drawing/2014/main" id="{9E40AFBB-D43D-4706-92D9-4E1F78FE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52232"/>
            <a:ext cx="247650" cy="469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R6</a:t>
            </a:r>
          </a:p>
        </p:txBody>
      </p:sp>
      <p:sp>
        <p:nvSpPr>
          <p:cNvPr id="34" name="outer-row-7">
            <a:extLst xmlns:a="http://schemas.openxmlformats.org/drawingml/2006/main">
              <a:ext uri="{FF2B5EF4-FFF2-40B4-BE49-F238E27FC236}">
                <a16:creationId xmlns:a16="http://schemas.microsoft.com/office/drawing/2014/main" id="{4DE29BF8-7661-466F-9AF9-B2C0379D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21679"/>
            <a:ext cx="247650" cy="469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6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R7</a:t>
            </a:r>
          </a:p>
        </p:txBody>
      </p:sp>
      <p:sp>
        <p:nvSpPr>
          <p:cNvPr id="35" name="outer-P11">
            <a:extLst xmlns:a="http://schemas.openxmlformats.org/drawingml/2006/main">
              <a:ext uri="{FF2B5EF4-FFF2-40B4-BE49-F238E27FC236}">
                <a16:creationId xmlns:a16="http://schemas.microsoft.com/office/drawing/2014/main" id="{738D8198-9988-443A-9B60-6007F0F9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05000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6" name="outer-label-P11">
            <a:extLst xmlns:a="http://schemas.openxmlformats.org/drawingml/2006/main">
              <a:ext uri="{FF2B5EF4-FFF2-40B4-BE49-F238E27FC236}">
                <a16:creationId xmlns:a16="http://schemas.microsoft.com/office/drawing/2014/main" id="{65C7B65A-EF40-4FF7-B359-6F6FFA0A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24050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37" name="outer-P12">
            <a:extLst xmlns:a="http://schemas.openxmlformats.org/drawingml/2006/main">
              <a:ext uri="{FF2B5EF4-FFF2-40B4-BE49-F238E27FC236}">
                <a16:creationId xmlns:a16="http://schemas.microsoft.com/office/drawing/2014/main" id="{11E7A4E7-479D-48C4-908E-B7BD0B9E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71" y="1905000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8" name="outer-label-P12">
            <a:extLst xmlns:a="http://schemas.openxmlformats.org/drawingml/2006/main">
              <a:ext uri="{FF2B5EF4-FFF2-40B4-BE49-F238E27FC236}">
                <a16:creationId xmlns:a16="http://schemas.microsoft.com/office/drawing/2014/main" id="{5D512A30-ACC5-48F9-9385-3C94E2AD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21" y="1924050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39" name="outer-P13">
            <a:extLst xmlns:a="http://schemas.openxmlformats.org/drawingml/2006/main">
              <a:ext uri="{FF2B5EF4-FFF2-40B4-BE49-F238E27FC236}">
                <a16:creationId xmlns:a16="http://schemas.microsoft.com/office/drawing/2014/main" id="{B65EA55B-CCD9-406C-B820-F58577CC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18" y="1905000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0" name="outer-label-P13">
            <a:extLst xmlns:a="http://schemas.openxmlformats.org/drawingml/2006/main">
              <a:ext uri="{FF2B5EF4-FFF2-40B4-BE49-F238E27FC236}">
                <a16:creationId xmlns:a16="http://schemas.microsoft.com/office/drawing/2014/main" id="{25A63279-D583-4DAA-9281-B6AD5D72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268" y="1924050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41" name="outer-P14">
            <a:extLst xmlns:a="http://schemas.openxmlformats.org/drawingml/2006/main">
              <a:ext uri="{FF2B5EF4-FFF2-40B4-BE49-F238E27FC236}">
                <a16:creationId xmlns:a16="http://schemas.microsoft.com/office/drawing/2014/main" id="{A010DD7D-F9F1-4529-B7C5-7648311E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664" y="1905000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A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2" name="outer-label-P14">
            <a:extLst xmlns:a="http://schemas.openxmlformats.org/drawingml/2006/main">
              <a:ext uri="{FF2B5EF4-FFF2-40B4-BE49-F238E27FC236}">
                <a16:creationId xmlns:a16="http://schemas.microsoft.com/office/drawing/2014/main" id="{33AEC277-936F-492C-907B-1212AF24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714" y="1924050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43" name="outer-P15">
            <a:extLst xmlns:a="http://schemas.openxmlformats.org/drawingml/2006/main">
              <a:ext uri="{FF2B5EF4-FFF2-40B4-BE49-F238E27FC236}">
                <a16:creationId xmlns:a16="http://schemas.microsoft.com/office/drawing/2014/main" id="{5A740915-2FCF-43EF-ABE6-C4365A8F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111" y="1905000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3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4" name="outer-label-P15">
            <a:extLst xmlns:a="http://schemas.openxmlformats.org/drawingml/2006/main">
              <a:ext uri="{FF2B5EF4-FFF2-40B4-BE49-F238E27FC236}">
                <a16:creationId xmlns:a16="http://schemas.microsoft.com/office/drawing/2014/main" id="{390869B7-82DA-4F18-A88A-5D12C58F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161" y="1924050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45" name="outer-P16">
            <a:extLst xmlns:a="http://schemas.openxmlformats.org/drawingml/2006/main">
              <a:ext uri="{FF2B5EF4-FFF2-40B4-BE49-F238E27FC236}">
                <a16:creationId xmlns:a16="http://schemas.microsoft.com/office/drawing/2014/main" id="{3A48261F-41EB-42EB-86A1-5278A1A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557" y="1905000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6" name="outer-label-P16">
            <a:extLst xmlns:a="http://schemas.openxmlformats.org/drawingml/2006/main">
              <a:ext uri="{FF2B5EF4-FFF2-40B4-BE49-F238E27FC236}">
                <a16:creationId xmlns:a16="http://schemas.microsoft.com/office/drawing/2014/main" id="{3C2AAEBB-C120-4EB1-97AE-BF6C6E65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607" y="1924050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H6</a:t>
            </a:r>
          </a:p>
        </p:txBody>
      </p:sp>
      <p:sp>
        <p:nvSpPr>
          <p:cNvPr id="47" name="outer-P17">
            <a:extLst xmlns:a="http://schemas.openxmlformats.org/drawingml/2006/main">
              <a:ext uri="{FF2B5EF4-FFF2-40B4-BE49-F238E27FC236}">
                <a16:creationId xmlns:a16="http://schemas.microsoft.com/office/drawing/2014/main" id="{2A60D2CD-0E14-4958-8CEE-B2A6C8CA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04" y="1905000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8" name="outer-label-P17">
            <a:extLst xmlns:a="http://schemas.openxmlformats.org/drawingml/2006/main">
              <a:ext uri="{FF2B5EF4-FFF2-40B4-BE49-F238E27FC236}">
                <a16:creationId xmlns:a16="http://schemas.microsoft.com/office/drawing/2014/main" id="{BF49B93D-F5C1-4ACB-8F96-DF957EE0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054" y="1924050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H7</a:t>
            </a:r>
          </a:p>
        </p:txBody>
      </p:sp>
      <p:sp>
        <p:nvSpPr>
          <p:cNvPr id="49" name="outer-P21">
            <a:extLst xmlns:a="http://schemas.openxmlformats.org/drawingml/2006/main">
              <a:ext uri="{FF2B5EF4-FFF2-40B4-BE49-F238E27FC236}">
                <a16:creationId xmlns:a16="http://schemas.microsoft.com/office/drawing/2014/main" id="{DE6AE515-1F23-4982-BB7C-EBAFA334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74446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3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0" name="outer-label-P21">
            <a:extLst xmlns:a="http://schemas.openxmlformats.org/drawingml/2006/main">
              <a:ext uri="{FF2B5EF4-FFF2-40B4-BE49-F238E27FC236}">
                <a16:creationId xmlns:a16="http://schemas.microsoft.com/office/drawing/2014/main" id="{64FE67BE-F97C-46A6-9CD8-73E93ED2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93496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51" name="outer-P22">
            <a:extLst xmlns:a="http://schemas.openxmlformats.org/drawingml/2006/main">
              <a:ext uri="{FF2B5EF4-FFF2-40B4-BE49-F238E27FC236}">
                <a16:creationId xmlns:a16="http://schemas.microsoft.com/office/drawing/2014/main" id="{7CF49ECA-A7D5-4217-A7DF-891C07F2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71" y="2374446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A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2" name="outer-label-P22">
            <a:extLst xmlns:a="http://schemas.openxmlformats.org/drawingml/2006/main">
              <a:ext uri="{FF2B5EF4-FFF2-40B4-BE49-F238E27FC236}">
                <a16:creationId xmlns:a16="http://schemas.microsoft.com/office/drawing/2014/main" id="{07919C7A-8DA0-4243-BB61-3D0DD4C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21" y="2393496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53" name="outer-P23">
            <a:extLst xmlns:a="http://schemas.openxmlformats.org/drawingml/2006/main">
              <a:ext uri="{FF2B5EF4-FFF2-40B4-BE49-F238E27FC236}">
                <a16:creationId xmlns:a16="http://schemas.microsoft.com/office/drawing/2014/main" id="{411A4253-E2E1-4C49-B35C-E1F96504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18" y="2374446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4" name="outer-label-P23">
            <a:extLst xmlns:a="http://schemas.openxmlformats.org/drawingml/2006/main">
              <a:ext uri="{FF2B5EF4-FFF2-40B4-BE49-F238E27FC236}">
                <a16:creationId xmlns:a16="http://schemas.microsoft.com/office/drawing/2014/main" id="{672068D8-AE02-4A9F-A23B-CA8421F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268" y="2393496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55" name="outer-P24">
            <a:extLst xmlns:a="http://schemas.openxmlformats.org/drawingml/2006/main">
              <a:ext uri="{FF2B5EF4-FFF2-40B4-BE49-F238E27FC236}">
                <a16:creationId xmlns:a16="http://schemas.microsoft.com/office/drawing/2014/main" id="{E2071AC9-BCD9-4F60-8F5D-E80C4226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664" y="2374446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6" name="outer-label-P24">
            <a:extLst xmlns:a="http://schemas.openxmlformats.org/drawingml/2006/main">
              <a:ext uri="{FF2B5EF4-FFF2-40B4-BE49-F238E27FC236}">
                <a16:creationId xmlns:a16="http://schemas.microsoft.com/office/drawing/2014/main" id="{C07E6576-92F1-4137-AB74-1FAFF19B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714" y="2393496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57" name="outer-P25">
            <a:extLst xmlns:a="http://schemas.openxmlformats.org/drawingml/2006/main">
              <a:ext uri="{FF2B5EF4-FFF2-40B4-BE49-F238E27FC236}">
                <a16:creationId xmlns:a16="http://schemas.microsoft.com/office/drawing/2014/main" id="{B5FB0140-F824-4C41-9945-43780EF0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111" y="2374446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8" name="outer-label-P25">
            <a:extLst xmlns:a="http://schemas.openxmlformats.org/drawingml/2006/main">
              <a:ext uri="{FF2B5EF4-FFF2-40B4-BE49-F238E27FC236}">
                <a16:creationId xmlns:a16="http://schemas.microsoft.com/office/drawing/2014/main" id="{0A3EA434-2BCB-46D0-A6EB-BB20A996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161" y="2393496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59" name="outer-P26">
            <a:extLst xmlns:a="http://schemas.openxmlformats.org/drawingml/2006/main">
              <a:ext uri="{FF2B5EF4-FFF2-40B4-BE49-F238E27FC236}">
                <a16:creationId xmlns:a16="http://schemas.microsoft.com/office/drawing/2014/main" id="{349A2A37-87C2-4867-93A4-8CA71AE1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557" y="2374446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2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0" name="outer-label-P26">
            <a:extLst xmlns:a="http://schemas.openxmlformats.org/drawingml/2006/main">
              <a:ext uri="{FF2B5EF4-FFF2-40B4-BE49-F238E27FC236}">
                <a16:creationId xmlns:a16="http://schemas.microsoft.com/office/drawing/2014/main" id="{DFDE19CF-84D6-44E9-B67F-567E3FCB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607" y="2393496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H9</a:t>
            </a:r>
          </a:p>
        </p:txBody>
      </p:sp>
      <p:sp>
        <p:nvSpPr>
          <p:cNvPr id="61" name="outer-P27">
            <a:extLst xmlns:a="http://schemas.openxmlformats.org/drawingml/2006/main">
              <a:ext uri="{FF2B5EF4-FFF2-40B4-BE49-F238E27FC236}">
                <a16:creationId xmlns:a16="http://schemas.microsoft.com/office/drawing/2014/main" id="{403BBD4D-AEA0-4CE0-8B85-885FC7D1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04" y="2374446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3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2" name="outer-label-P27">
            <a:extLst xmlns:a="http://schemas.openxmlformats.org/drawingml/2006/main">
              <a:ext uri="{FF2B5EF4-FFF2-40B4-BE49-F238E27FC236}">
                <a16:creationId xmlns:a16="http://schemas.microsoft.com/office/drawing/2014/main" id="{9383BB3A-4376-4D76-8A2F-B76EA291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054" y="2393496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H8</a:t>
            </a:r>
          </a:p>
        </p:txBody>
      </p:sp>
      <p:sp>
        <p:nvSpPr>
          <p:cNvPr id="63" name="outer-P31">
            <a:extLst xmlns:a="http://schemas.openxmlformats.org/drawingml/2006/main">
              <a:ext uri="{FF2B5EF4-FFF2-40B4-BE49-F238E27FC236}">
                <a16:creationId xmlns:a16="http://schemas.microsoft.com/office/drawing/2014/main" id="{BC05275A-AF15-401F-AF93-00F6807D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43893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4" name="outer-label-P31">
            <a:extLst xmlns:a="http://schemas.openxmlformats.org/drawingml/2006/main">
              <a:ext uri="{FF2B5EF4-FFF2-40B4-BE49-F238E27FC236}">
                <a16:creationId xmlns:a16="http://schemas.microsoft.com/office/drawing/2014/main" id="{6D03843E-E03C-4FB7-80D3-E95BEE18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62943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H6</a:t>
            </a:r>
          </a:p>
        </p:txBody>
      </p:sp>
      <p:sp>
        <p:nvSpPr>
          <p:cNvPr id="65" name="outer-P32">
            <a:extLst xmlns:a="http://schemas.openxmlformats.org/drawingml/2006/main">
              <a:ext uri="{FF2B5EF4-FFF2-40B4-BE49-F238E27FC236}">
                <a16:creationId xmlns:a16="http://schemas.microsoft.com/office/drawing/2014/main" id="{2E9B89AE-393C-4B16-B89E-3C451F92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71" y="2843893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6" name="outer-label-P32">
            <a:extLst xmlns:a="http://schemas.openxmlformats.org/drawingml/2006/main">
              <a:ext uri="{FF2B5EF4-FFF2-40B4-BE49-F238E27FC236}">
                <a16:creationId xmlns:a16="http://schemas.microsoft.com/office/drawing/2014/main" id="{0D9C50F7-29F4-4659-9D78-02F80BCC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21" y="2862943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H7</a:t>
            </a:r>
          </a:p>
        </p:txBody>
      </p:sp>
      <p:sp>
        <p:nvSpPr>
          <p:cNvPr id="67" name="outer-P33">
            <a:extLst xmlns:a="http://schemas.openxmlformats.org/drawingml/2006/main">
              <a:ext uri="{FF2B5EF4-FFF2-40B4-BE49-F238E27FC236}">
                <a16:creationId xmlns:a16="http://schemas.microsoft.com/office/drawing/2014/main" id="{2496F895-44CC-4DF2-99F8-7EA0D00B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18" y="2843893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3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8" name="outer-label-P33">
            <a:extLst xmlns:a="http://schemas.openxmlformats.org/drawingml/2006/main">
              <a:ext uri="{FF2B5EF4-FFF2-40B4-BE49-F238E27FC236}">
                <a16:creationId xmlns:a16="http://schemas.microsoft.com/office/drawing/2014/main" id="{BA9DAA90-26DC-45EF-8536-00C2D8B7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268" y="2862943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H8</a:t>
            </a:r>
          </a:p>
        </p:txBody>
      </p:sp>
      <p:sp>
        <p:nvSpPr>
          <p:cNvPr id="69" name="outer-P34">
            <a:extLst xmlns:a="http://schemas.openxmlformats.org/drawingml/2006/main">
              <a:ext uri="{FF2B5EF4-FFF2-40B4-BE49-F238E27FC236}">
                <a16:creationId xmlns:a16="http://schemas.microsoft.com/office/drawing/2014/main" id="{5973EA27-8D4E-4B8E-A23F-C2BCBE23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664" y="2843893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2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0" name="outer-label-P34">
            <a:extLst xmlns:a="http://schemas.openxmlformats.org/drawingml/2006/main">
              <a:ext uri="{FF2B5EF4-FFF2-40B4-BE49-F238E27FC236}">
                <a16:creationId xmlns:a16="http://schemas.microsoft.com/office/drawing/2014/main" id="{2A5C57DC-DD38-4611-8A50-861E9168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714" y="2862943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H9</a:t>
            </a:r>
          </a:p>
        </p:txBody>
      </p:sp>
      <p:sp>
        <p:nvSpPr>
          <p:cNvPr id="71" name="outer-P35">
            <a:extLst xmlns:a="http://schemas.openxmlformats.org/drawingml/2006/main">
              <a:ext uri="{FF2B5EF4-FFF2-40B4-BE49-F238E27FC236}">
                <a16:creationId xmlns:a16="http://schemas.microsoft.com/office/drawing/2014/main" id="{5B633529-30AE-4269-9FFC-10EAAA61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111" y="2843893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2" name="outer-label-P35">
            <a:extLst xmlns:a="http://schemas.openxmlformats.org/drawingml/2006/main">
              <a:ext uri="{FF2B5EF4-FFF2-40B4-BE49-F238E27FC236}">
                <a16:creationId xmlns:a16="http://schemas.microsoft.com/office/drawing/2014/main" id="{A35167DE-F66F-4F73-95E9-F823A393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161" y="2862943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73" name="outer-P36">
            <a:extLst xmlns:a="http://schemas.openxmlformats.org/drawingml/2006/main">
              <a:ext uri="{FF2B5EF4-FFF2-40B4-BE49-F238E27FC236}">
                <a16:creationId xmlns:a16="http://schemas.microsoft.com/office/drawing/2014/main" id="{885D9B5D-FE84-4C2F-B00D-2E70ED6C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557" y="2843893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4" name="outer-label-P36">
            <a:extLst xmlns:a="http://schemas.openxmlformats.org/drawingml/2006/main">
              <a:ext uri="{FF2B5EF4-FFF2-40B4-BE49-F238E27FC236}">
                <a16:creationId xmlns:a16="http://schemas.microsoft.com/office/drawing/2014/main" id="{229028FF-D307-4C88-B36F-18CAC3AF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607" y="2862943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75" name="outer-P37">
            <a:extLst xmlns:a="http://schemas.openxmlformats.org/drawingml/2006/main">
              <a:ext uri="{FF2B5EF4-FFF2-40B4-BE49-F238E27FC236}">
                <a16:creationId xmlns:a16="http://schemas.microsoft.com/office/drawing/2014/main" id="{359C46E2-1159-4F65-BB9E-C9E145F0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04" y="2843893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6" name="outer-label-P37">
            <a:extLst xmlns:a="http://schemas.openxmlformats.org/drawingml/2006/main">
              <a:ext uri="{FF2B5EF4-FFF2-40B4-BE49-F238E27FC236}">
                <a16:creationId xmlns:a16="http://schemas.microsoft.com/office/drawing/2014/main" id="{985B4C00-65F6-49FE-B0AF-52E7CFF0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054" y="2862943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77" name="outer-P41">
            <a:extLst xmlns:a="http://schemas.openxmlformats.org/drawingml/2006/main">
              <a:ext uri="{FF2B5EF4-FFF2-40B4-BE49-F238E27FC236}">
                <a16:creationId xmlns:a16="http://schemas.microsoft.com/office/drawing/2014/main" id="{53A4F813-6F8C-4F35-B01E-F9BF8BD6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13339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8" name="outer-label-P41">
            <a:extLst xmlns:a="http://schemas.openxmlformats.org/drawingml/2006/main">
              <a:ext uri="{FF2B5EF4-FFF2-40B4-BE49-F238E27FC236}">
                <a16:creationId xmlns:a16="http://schemas.microsoft.com/office/drawing/2014/main" id="{258E463A-F131-40E4-ACCF-D21CEBAC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2389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79" name="outer-P42">
            <a:extLst xmlns:a="http://schemas.openxmlformats.org/drawingml/2006/main">
              <a:ext uri="{FF2B5EF4-FFF2-40B4-BE49-F238E27FC236}">
                <a16:creationId xmlns:a16="http://schemas.microsoft.com/office/drawing/2014/main" id="{06B91882-CA21-47EF-B092-7B628E96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71" y="3313339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2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0" name="outer-label-P42">
            <a:extLst xmlns:a="http://schemas.openxmlformats.org/drawingml/2006/main">
              <a:ext uri="{FF2B5EF4-FFF2-40B4-BE49-F238E27FC236}">
                <a16:creationId xmlns:a16="http://schemas.microsoft.com/office/drawing/2014/main" id="{92E5DA81-F388-4BCE-BF17-527A9600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21" y="3332389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H9</a:t>
            </a:r>
          </a:p>
        </p:txBody>
      </p:sp>
      <p:sp>
        <p:nvSpPr>
          <p:cNvPr id="81" name="outer-P43">
            <a:extLst xmlns:a="http://schemas.openxmlformats.org/drawingml/2006/main">
              <a:ext uri="{FF2B5EF4-FFF2-40B4-BE49-F238E27FC236}">
                <a16:creationId xmlns:a16="http://schemas.microsoft.com/office/drawing/2014/main" id="{9B9014E2-53C5-40F4-B330-B9C840EB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18" y="3313339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3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2" name="outer-label-P43">
            <a:extLst xmlns:a="http://schemas.openxmlformats.org/drawingml/2006/main">
              <a:ext uri="{FF2B5EF4-FFF2-40B4-BE49-F238E27FC236}">
                <a16:creationId xmlns:a16="http://schemas.microsoft.com/office/drawing/2014/main" id="{313B9185-7074-4082-B83F-D23C62E7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268" y="3332389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H8</a:t>
            </a:r>
          </a:p>
        </p:txBody>
      </p:sp>
      <p:sp>
        <p:nvSpPr>
          <p:cNvPr id="83" name="outer-P44">
            <a:extLst xmlns:a="http://schemas.openxmlformats.org/drawingml/2006/main">
              <a:ext uri="{FF2B5EF4-FFF2-40B4-BE49-F238E27FC236}">
                <a16:creationId xmlns:a16="http://schemas.microsoft.com/office/drawing/2014/main" id="{C5946662-4F09-42F6-9A54-0A5B0A83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664" y="3313339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4" name="outer-label-P44">
            <a:extLst xmlns:a="http://schemas.openxmlformats.org/drawingml/2006/main">
              <a:ext uri="{FF2B5EF4-FFF2-40B4-BE49-F238E27FC236}">
                <a16:creationId xmlns:a16="http://schemas.microsoft.com/office/drawing/2014/main" id="{95975E93-4817-4AFC-849C-E6CDF579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714" y="3332389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H7</a:t>
            </a:r>
          </a:p>
        </p:txBody>
      </p:sp>
      <p:sp>
        <p:nvSpPr>
          <p:cNvPr id="85" name="outer-P45">
            <a:extLst xmlns:a="http://schemas.openxmlformats.org/drawingml/2006/main">
              <a:ext uri="{FF2B5EF4-FFF2-40B4-BE49-F238E27FC236}">
                <a16:creationId xmlns:a16="http://schemas.microsoft.com/office/drawing/2014/main" id="{3F5BA35E-F7BF-4492-82B5-FE113EC3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111" y="3313339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6" name="outer-label-P45">
            <a:extLst xmlns:a="http://schemas.openxmlformats.org/drawingml/2006/main">
              <a:ext uri="{FF2B5EF4-FFF2-40B4-BE49-F238E27FC236}">
                <a16:creationId xmlns:a16="http://schemas.microsoft.com/office/drawing/2014/main" id="{DE76B32C-59E4-43F6-AFEA-CE4F32F4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161" y="3332389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H6</a:t>
            </a:r>
          </a:p>
        </p:txBody>
      </p:sp>
      <p:sp>
        <p:nvSpPr>
          <p:cNvPr id="87" name="outer-P46">
            <a:extLst xmlns:a="http://schemas.openxmlformats.org/drawingml/2006/main">
              <a:ext uri="{FF2B5EF4-FFF2-40B4-BE49-F238E27FC236}">
                <a16:creationId xmlns:a16="http://schemas.microsoft.com/office/drawing/2014/main" id="{83C77C0A-9C9E-4173-BE0B-FF7FD030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557" y="3313339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3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8" name="outer-label-P46">
            <a:extLst xmlns:a="http://schemas.openxmlformats.org/drawingml/2006/main">
              <a:ext uri="{FF2B5EF4-FFF2-40B4-BE49-F238E27FC236}">
                <a16:creationId xmlns:a16="http://schemas.microsoft.com/office/drawing/2014/main" id="{84D34A5A-0931-4616-88D0-D5CF05CE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607" y="3332389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89" name="outer-P47">
            <a:extLst xmlns:a="http://schemas.openxmlformats.org/drawingml/2006/main">
              <a:ext uri="{FF2B5EF4-FFF2-40B4-BE49-F238E27FC236}">
                <a16:creationId xmlns:a16="http://schemas.microsoft.com/office/drawing/2014/main" id="{72B11534-6648-468B-973E-ABB99E5E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04" y="3313339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A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0" name="outer-label-P47">
            <a:extLst xmlns:a="http://schemas.openxmlformats.org/drawingml/2006/main">
              <a:ext uri="{FF2B5EF4-FFF2-40B4-BE49-F238E27FC236}">
                <a16:creationId xmlns:a16="http://schemas.microsoft.com/office/drawing/2014/main" id="{E296C49A-D8D8-4C32-8DDB-07359C60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054" y="3332389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91" name="outer-P51">
            <a:extLst xmlns:a="http://schemas.openxmlformats.org/drawingml/2006/main">
              <a:ext uri="{FF2B5EF4-FFF2-40B4-BE49-F238E27FC236}">
                <a16:creationId xmlns:a16="http://schemas.microsoft.com/office/drawing/2014/main" id="{2B750F79-1A59-4A7D-A238-7648F960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82786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2" name="outer-label-P51">
            <a:extLst xmlns:a="http://schemas.openxmlformats.org/drawingml/2006/main">
              <a:ext uri="{FF2B5EF4-FFF2-40B4-BE49-F238E27FC236}">
                <a16:creationId xmlns:a16="http://schemas.microsoft.com/office/drawing/2014/main" id="{5C1BE9C2-AE82-4840-A2CC-1E1B02D0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01836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93" name="outer-P52">
            <a:extLst xmlns:a="http://schemas.openxmlformats.org/drawingml/2006/main">
              <a:ext uri="{FF2B5EF4-FFF2-40B4-BE49-F238E27FC236}">
                <a16:creationId xmlns:a16="http://schemas.microsoft.com/office/drawing/2014/main" id="{AE633CF4-0813-4581-9F3C-9C28D4E2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71" y="3782786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4" name="outer-label-P52">
            <a:extLst xmlns:a="http://schemas.openxmlformats.org/drawingml/2006/main">
              <a:ext uri="{FF2B5EF4-FFF2-40B4-BE49-F238E27FC236}">
                <a16:creationId xmlns:a16="http://schemas.microsoft.com/office/drawing/2014/main" id="{5AF20CB0-1BE9-418B-8971-B70C16DB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21" y="3801836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95" name="outer-P53">
            <a:extLst xmlns:a="http://schemas.openxmlformats.org/drawingml/2006/main">
              <a:ext uri="{FF2B5EF4-FFF2-40B4-BE49-F238E27FC236}">
                <a16:creationId xmlns:a16="http://schemas.microsoft.com/office/drawing/2014/main" id="{406E9C32-C40B-4705-BCCE-89178A88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18" y="3782786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A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6" name="outer-label-P53">
            <a:extLst xmlns:a="http://schemas.openxmlformats.org/drawingml/2006/main">
              <a:ext uri="{FF2B5EF4-FFF2-40B4-BE49-F238E27FC236}">
                <a16:creationId xmlns:a16="http://schemas.microsoft.com/office/drawing/2014/main" id="{67776F63-9545-4614-BAE1-E158481F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268" y="3801836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97" name="outer-P54">
            <a:extLst xmlns:a="http://schemas.openxmlformats.org/drawingml/2006/main">
              <a:ext uri="{FF2B5EF4-FFF2-40B4-BE49-F238E27FC236}">
                <a16:creationId xmlns:a16="http://schemas.microsoft.com/office/drawing/2014/main" id="{6B0EA41D-C651-492D-9CB5-CE62B43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664" y="3782786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3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8" name="outer-label-P54">
            <a:extLst xmlns:a="http://schemas.openxmlformats.org/drawingml/2006/main">
              <a:ext uri="{FF2B5EF4-FFF2-40B4-BE49-F238E27FC236}">
                <a16:creationId xmlns:a16="http://schemas.microsoft.com/office/drawing/2014/main" id="{747C0959-A10C-47BA-903E-96301B31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714" y="3801836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99" name="outer-P55">
            <a:extLst xmlns:a="http://schemas.openxmlformats.org/drawingml/2006/main">
              <a:ext uri="{FF2B5EF4-FFF2-40B4-BE49-F238E27FC236}">
                <a16:creationId xmlns:a16="http://schemas.microsoft.com/office/drawing/2014/main" id="{5CFA1677-FA99-44B2-9193-8A87745D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111" y="3782786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0" name="outer-label-P55">
            <a:extLst xmlns:a="http://schemas.openxmlformats.org/drawingml/2006/main">
              <a:ext uri="{FF2B5EF4-FFF2-40B4-BE49-F238E27FC236}">
                <a16:creationId xmlns:a16="http://schemas.microsoft.com/office/drawing/2014/main" id="{EC650965-3176-4230-9ABD-2F2B1D9C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161" y="3801836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H6</a:t>
            </a:r>
          </a:p>
        </p:txBody>
      </p:sp>
      <p:sp>
        <p:nvSpPr>
          <p:cNvPr id="101" name="outer-P56">
            <a:extLst xmlns:a="http://schemas.openxmlformats.org/drawingml/2006/main">
              <a:ext uri="{FF2B5EF4-FFF2-40B4-BE49-F238E27FC236}">
                <a16:creationId xmlns:a16="http://schemas.microsoft.com/office/drawing/2014/main" id="{CF840F9A-3543-42B2-A495-A287ED5E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557" y="3782786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2" name="outer-label-P56">
            <a:extLst xmlns:a="http://schemas.openxmlformats.org/drawingml/2006/main">
              <a:ext uri="{FF2B5EF4-FFF2-40B4-BE49-F238E27FC236}">
                <a16:creationId xmlns:a16="http://schemas.microsoft.com/office/drawing/2014/main" id="{B47378AF-ACA3-4FBC-A30C-4AE68A59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607" y="3801836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H7</a:t>
            </a:r>
          </a:p>
        </p:txBody>
      </p:sp>
      <p:sp>
        <p:nvSpPr>
          <p:cNvPr id="103" name="outer-P57">
            <a:extLst xmlns:a="http://schemas.openxmlformats.org/drawingml/2006/main">
              <a:ext uri="{FF2B5EF4-FFF2-40B4-BE49-F238E27FC236}">
                <a16:creationId xmlns:a16="http://schemas.microsoft.com/office/drawing/2014/main" id="{A429695F-802C-4790-9842-57085521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04" y="3782786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3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4" name="outer-label-P57">
            <a:extLst xmlns:a="http://schemas.openxmlformats.org/drawingml/2006/main">
              <a:ext uri="{FF2B5EF4-FFF2-40B4-BE49-F238E27FC236}">
                <a16:creationId xmlns:a16="http://schemas.microsoft.com/office/drawing/2014/main" id="{98804DF2-5C06-4AF6-B8C9-9BA7C61F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054" y="3801836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H8</a:t>
            </a:r>
          </a:p>
        </p:txBody>
      </p:sp>
      <p:sp>
        <p:nvSpPr>
          <p:cNvPr id="105" name="outer-P61">
            <a:extLst xmlns:a="http://schemas.openxmlformats.org/drawingml/2006/main">
              <a:ext uri="{FF2B5EF4-FFF2-40B4-BE49-F238E27FC236}">
                <a16:creationId xmlns:a16="http://schemas.microsoft.com/office/drawing/2014/main" id="{173AD0AA-5990-46F4-9CCC-5DC9AF32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52232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6" name="outer-label-P61">
            <a:extLst xmlns:a="http://schemas.openxmlformats.org/drawingml/2006/main">
              <a:ext uri="{FF2B5EF4-FFF2-40B4-BE49-F238E27FC236}">
                <a16:creationId xmlns:a16="http://schemas.microsoft.com/office/drawing/2014/main" id="{E7E1F44D-15BC-4AA9-9714-E5B344AC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71282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H6</a:t>
            </a:r>
          </a:p>
        </p:txBody>
      </p:sp>
      <p:sp>
        <p:nvSpPr>
          <p:cNvPr id="107" name="outer-P62">
            <a:extLst xmlns:a="http://schemas.openxmlformats.org/drawingml/2006/main">
              <a:ext uri="{FF2B5EF4-FFF2-40B4-BE49-F238E27FC236}">
                <a16:creationId xmlns:a16="http://schemas.microsoft.com/office/drawing/2014/main" id="{98C0EFD3-8861-47FD-8F21-F491701B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71" y="4252232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3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8" name="outer-label-P62">
            <a:extLst xmlns:a="http://schemas.openxmlformats.org/drawingml/2006/main">
              <a:ext uri="{FF2B5EF4-FFF2-40B4-BE49-F238E27FC236}">
                <a16:creationId xmlns:a16="http://schemas.microsoft.com/office/drawing/2014/main" id="{1F1DF01A-1D7A-4334-A974-AB075D4D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21" y="4271282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109" name="outer-P63">
            <a:extLst xmlns:a="http://schemas.openxmlformats.org/drawingml/2006/main">
              <a:ext uri="{FF2B5EF4-FFF2-40B4-BE49-F238E27FC236}">
                <a16:creationId xmlns:a16="http://schemas.microsoft.com/office/drawing/2014/main" id="{04DFECC8-8662-4D2A-9B9D-83E0C304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18" y="4252232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A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0" name="outer-label-P63">
            <a:extLst xmlns:a="http://schemas.openxmlformats.org/drawingml/2006/main">
              <a:ext uri="{FF2B5EF4-FFF2-40B4-BE49-F238E27FC236}">
                <a16:creationId xmlns:a16="http://schemas.microsoft.com/office/drawing/2014/main" id="{22E3DB66-C03A-4905-89AE-EFEB2537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268" y="4271282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111" name="outer-P64">
            <a:extLst xmlns:a="http://schemas.openxmlformats.org/drawingml/2006/main">
              <a:ext uri="{FF2B5EF4-FFF2-40B4-BE49-F238E27FC236}">
                <a16:creationId xmlns:a16="http://schemas.microsoft.com/office/drawing/2014/main" id="{C880A3A2-B7EE-421B-B12B-FEEF3AD7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664" y="4252232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2" name="outer-label-P64">
            <a:extLst xmlns:a="http://schemas.openxmlformats.org/drawingml/2006/main">
              <a:ext uri="{FF2B5EF4-FFF2-40B4-BE49-F238E27FC236}">
                <a16:creationId xmlns:a16="http://schemas.microsoft.com/office/drawing/2014/main" id="{9F27DD4E-9349-4F63-A3F6-37B8362D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714" y="4271282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113" name="outer-P65">
            <a:extLst xmlns:a="http://schemas.openxmlformats.org/drawingml/2006/main">
              <a:ext uri="{FF2B5EF4-FFF2-40B4-BE49-F238E27FC236}">
                <a16:creationId xmlns:a16="http://schemas.microsoft.com/office/drawing/2014/main" id="{F02DB68A-E0F6-4691-A089-2B7DAD75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111" y="4252232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4" name="outer-label-P65">
            <a:extLst xmlns:a="http://schemas.openxmlformats.org/drawingml/2006/main">
              <a:ext uri="{FF2B5EF4-FFF2-40B4-BE49-F238E27FC236}">
                <a16:creationId xmlns:a16="http://schemas.microsoft.com/office/drawing/2014/main" id="{3FA0D9ED-CB02-45C2-8E96-34AC6671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161" y="4271282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115" name="outer-P66">
            <a:extLst xmlns:a="http://schemas.openxmlformats.org/drawingml/2006/main">
              <a:ext uri="{FF2B5EF4-FFF2-40B4-BE49-F238E27FC236}">
                <a16:creationId xmlns:a16="http://schemas.microsoft.com/office/drawing/2014/main" id="{2B98BA7B-3B42-4319-95C1-A3730E18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557" y="4252232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6" name="outer-label-P66">
            <a:extLst xmlns:a="http://schemas.openxmlformats.org/drawingml/2006/main">
              <a:ext uri="{FF2B5EF4-FFF2-40B4-BE49-F238E27FC236}">
                <a16:creationId xmlns:a16="http://schemas.microsoft.com/office/drawing/2014/main" id="{4E142126-820A-41CD-ABF4-095AB5FB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607" y="4271282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117" name="outer-P67">
            <a:extLst xmlns:a="http://schemas.openxmlformats.org/drawingml/2006/main">
              <a:ext uri="{FF2B5EF4-FFF2-40B4-BE49-F238E27FC236}">
                <a16:creationId xmlns:a16="http://schemas.microsoft.com/office/drawing/2014/main" id="{E0B500B0-ACA6-488B-AA2A-B2D07B93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04" y="4252232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2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8" name="outer-label-P67">
            <a:extLst xmlns:a="http://schemas.openxmlformats.org/drawingml/2006/main">
              <a:ext uri="{FF2B5EF4-FFF2-40B4-BE49-F238E27FC236}">
                <a16:creationId xmlns:a16="http://schemas.microsoft.com/office/drawing/2014/main" id="{1B11F13F-DC77-4A88-A340-E856F02D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054" y="4271282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H9</a:t>
            </a:r>
          </a:p>
        </p:txBody>
      </p:sp>
      <p:sp>
        <p:nvSpPr>
          <p:cNvPr id="119" name="outer-P71">
            <a:extLst xmlns:a="http://schemas.openxmlformats.org/drawingml/2006/main">
              <a:ext uri="{FF2B5EF4-FFF2-40B4-BE49-F238E27FC236}">
                <a16:creationId xmlns:a16="http://schemas.microsoft.com/office/drawing/2014/main" id="{22E44840-11B9-4CAA-9437-934F569B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21679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20" name="outer-label-P71">
            <a:extLst xmlns:a="http://schemas.openxmlformats.org/drawingml/2006/main">
              <a:ext uri="{FF2B5EF4-FFF2-40B4-BE49-F238E27FC236}">
                <a16:creationId xmlns:a16="http://schemas.microsoft.com/office/drawing/2014/main" id="{9C571ABA-E4AE-4EE2-8D92-1B54F992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0729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H7</a:t>
            </a:r>
          </a:p>
        </p:txBody>
      </p:sp>
      <p:sp>
        <p:nvSpPr>
          <p:cNvPr id="121" name="outer-P72">
            <a:extLst xmlns:a="http://schemas.openxmlformats.org/drawingml/2006/main">
              <a:ext uri="{FF2B5EF4-FFF2-40B4-BE49-F238E27FC236}">
                <a16:creationId xmlns:a16="http://schemas.microsoft.com/office/drawing/2014/main" id="{B2656791-4421-4D7C-8A8F-FA4C84BC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71" y="4721679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3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22" name="outer-label-P72">
            <a:extLst xmlns:a="http://schemas.openxmlformats.org/drawingml/2006/main">
              <a:ext uri="{FF2B5EF4-FFF2-40B4-BE49-F238E27FC236}">
                <a16:creationId xmlns:a16="http://schemas.microsoft.com/office/drawing/2014/main" id="{E690F24E-297E-4556-A18F-A7B37AD0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21" y="4740729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H8</a:t>
            </a:r>
          </a:p>
        </p:txBody>
      </p:sp>
      <p:sp>
        <p:nvSpPr>
          <p:cNvPr id="123" name="outer-P73">
            <a:extLst xmlns:a="http://schemas.openxmlformats.org/drawingml/2006/main">
              <a:ext uri="{FF2B5EF4-FFF2-40B4-BE49-F238E27FC236}">
                <a16:creationId xmlns:a16="http://schemas.microsoft.com/office/drawing/2014/main" id="{AC9E27BB-83F6-40F9-80B6-418D3EBA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18" y="4721679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2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24" name="outer-label-P73">
            <a:extLst xmlns:a="http://schemas.openxmlformats.org/drawingml/2006/main">
              <a:ext uri="{FF2B5EF4-FFF2-40B4-BE49-F238E27FC236}">
                <a16:creationId xmlns:a16="http://schemas.microsoft.com/office/drawing/2014/main" id="{034A90E1-F15D-4430-94B9-E369BEDE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268" y="4740729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H9</a:t>
            </a:r>
          </a:p>
        </p:txBody>
      </p:sp>
      <p:sp>
        <p:nvSpPr>
          <p:cNvPr id="125" name="outer-P74">
            <a:extLst xmlns:a="http://schemas.openxmlformats.org/drawingml/2006/main">
              <a:ext uri="{FF2B5EF4-FFF2-40B4-BE49-F238E27FC236}">
                <a16:creationId xmlns:a16="http://schemas.microsoft.com/office/drawing/2014/main" id="{930C9E67-BB21-43E2-9A3C-79658B4D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664" y="4721679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26" name="outer-label-P74">
            <a:extLst xmlns:a="http://schemas.openxmlformats.org/drawingml/2006/main">
              <a:ext uri="{FF2B5EF4-FFF2-40B4-BE49-F238E27FC236}">
                <a16:creationId xmlns:a16="http://schemas.microsoft.com/office/drawing/2014/main" id="{9993B7E6-A134-461C-93D1-6885E583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714" y="4740729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127" name="outer-P75">
            <a:extLst xmlns:a="http://schemas.openxmlformats.org/drawingml/2006/main">
              <a:ext uri="{FF2B5EF4-FFF2-40B4-BE49-F238E27FC236}">
                <a16:creationId xmlns:a16="http://schemas.microsoft.com/office/drawing/2014/main" id="{F49FDF57-25C3-4AA5-9B2C-B1B96230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111" y="4721679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28" name="outer-label-P75">
            <a:extLst xmlns:a="http://schemas.openxmlformats.org/drawingml/2006/main">
              <a:ext uri="{FF2B5EF4-FFF2-40B4-BE49-F238E27FC236}">
                <a16:creationId xmlns:a16="http://schemas.microsoft.com/office/drawing/2014/main" id="{199872F3-B4E0-4BF2-81DF-24314262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161" y="4740729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129" name="outer-P76">
            <a:extLst xmlns:a="http://schemas.openxmlformats.org/drawingml/2006/main">
              <a:ext uri="{FF2B5EF4-FFF2-40B4-BE49-F238E27FC236}">
                <a16:creationId xmlns:a16="http://schemas.microsoft.com/office/drawing/2014/main" id="{4474A9DD-FDDC-4DAE-8802-B3256816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557" y="4721679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30" name="outer-label-P76">
            <a:extLst xmlns:a="http://schemas.openxmlformats.org/drawingml/2006/main">
              <a:ext uri="{FF2B5EF4-FFF2-40B4-BE49-F238E27FC236}">
                <a16:creationId xmlns:a16="http://schemas.microsoft.com/office/drawing/2014/main" id="{9A23D9CB-AFE0-49A8-A1F2-108A4BDA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607" y="4740729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131" name="outer-P77">
            <a:extLst xmlns:a="http://schemas.openxmlformats.org/drawingml/2006/main">
              <a:ext uri="{FF2B5EF4-FFF2-40B4-BE49-F238E27FC236}">
                <a16:creationId xmlns:a16="http://schemas.microsoft.com/office/drawing/2014/main" id="{4F32FD17-2A83-4E41-BDF6-35CB0B17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04" y="4721679"/>
            <a:ext cx="469446" cy="46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A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32" name="outer-label-P77">
            <a:extLst xmlns:a="http://schemas.openxmlformats.org/drawingml/2006/main">
              <a:ext uri="{FF2B5EF4-FFF2-40B4-BE49-F238E27FC236}">
                <a16:creationId xmlns:a16="http://schemas.microsoft.com/office/drawing/2014/main" id="{CCC66ECB-E2C5-4BD2-AADE-27826DDF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054" y="4740729"/>
            <a:ext cx="431346" cy="431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133" name="outer-frequency-note">
            <a:extLst xmlns:a="http://schemas.openxmlformats.org/drawingml/2006/main">
              <a:ext uri="{FF2B5EF4-FFF2-40B4-BE49-F238E27FC236}">
                <a16:creationId xmlns:a16="http://schemas.microsoft.com/office/drawing/2014/main" id="{CFA74EB9-527F-4DDA-B1A6-0FF4A9B4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Hₖ决定该宏格使用的距离/方位调制频率</a:t>
            </a:r>
          </a:p>
        </p:txBody>
      </p:sp>
      <p:sp>
        <p:nvSpPr>
          <p:cNvPr id="134" name="inner-delay-panel">
            <a:extLst xmlns:a="http://schemas.openxmlformats.org/drawingml/2006/main">
              <a:ext uri="{FF2B5EF4-FFF2-40B4-BE49-F238E27FC236}">
                <a16:creationId xmlns:a16="http://schemas.microsoft.com/office/drawing/2014/main" id="{579FE713-8993-43B0-B493-5E1939BA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352550"/>
            <a:ext cx="2266950" cy="4324350"/>
          </a:xfrm>
          <a:prstGeom xmlns:a="http://schemas.openxmlformats.org/drawingml/2006/main" prst="roundRect">
            <a:avLst>
              <a:gd name="adj" fmla="val 336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35" name="inner-delay-title">
            <a:extLst xmlns:a="http://schemas.openxmlformats.org/drawingml/2006/main">
              <a:ext uri="{FF2B5EF4-FFF2-40B4-BE49-F238E27FC236}">
                <a16:creationId xmlns:a16="http://schemas.microsoft.com/office/drawing/2014/main" id="{8D265712-5462-4420-A01B-68F1D334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287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② 任取一个Pᵣ꜀：内部4×4时延</a:t>
            </a:r>
          </a:p>
        </p:txBody>
      </p:sp>
      <p:sp>
        <p:nvSpPr>
          <p:cNvPr id="136" name="inner-col-1">
            <a:extLst xmlns:a="http://schemas.openxmlformats.org/drawingml/2006/main">
              <a:ext uri="{FF2B5EF4-FFF2-40B4-BE49-F238E27FC236}">
                <a16:creationId xmlns:a16="http://schemas.microsoft.com/office/drawing/2014/main" id="{00A9CC83-C05E-47C0-B804-99586233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47825"/>
            <a:ext cx="4714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288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A1</a:t>
            </a:r>
          </a:p>
        </p:txBody>
      </p:sp>
      <p:sp>
        <p:nvSpPr>
          <p:cNvPr id="137" name="inner-col-2">
            <a:extLst xmlns:a="http://schemas.openxmlformats.org/drawingml/2006/main">
              <a:ext uri="{FF2B5EF4-FFF2-40B4-BE49-F238E27FC236}">
                <a16:creationId xmlns:a16="http://schemas.microsoft.com/office/drawing/2014/main" id="{7BA06D41-0EA7-49A7-9524-9EF31EBB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288" y="1647825"/>
            <a:ext cx="4714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288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A2</a:t>
            </a:r>
          </a:p>
        </p:txBody>
      </p:sp>
      <p:sp>
        <p:nvSpPr>
          <p:cNvPr id="138" name="inner-col-3">
            <a:extLst xmlns:a="http://schemas.openxmlformats.org/drawingml/2006/main">
              <a:ext uri="{FF2B5EF4-FFF2-40B4-BE49-F238E27FC236}">
                <a16:creationId xmlns:a16="http://schemas.microsoft.com/office/drawing/2014/main" id="{F744588D-F638-4EA1-B45F-34D460E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647825"/>
            <a:ext cx="4714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288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  <p:sp>
        <p:nvSpPr>
          <p:cNvPr id="139" name="inner-col-4">
            <a:extLst xmlns:a="http://schemas.openxmlformats.org/drawingml/2006/main">
              <a:ext uri="{FF2B5EF4-FFF2-40B4-BE49-F238E27FC236}">
                <a16:creationId xmlns:a16="http://schemas.microsoft.com/office/drawing/2014/main" id="{2C064EA0-2CDA-4582-9542-A5D19C87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1647825"/>
            <a:ext cx="4714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288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A4</a:t>
            </a:r>
          </a:p>
        </p:txBody>
      </p:sp>
      <p:sp>
        <p:nvSpPr>
          <p:cNvPr id="140" name="inner-row-1">
            <a:extLst xmlns:a="http://schemas.openxmlformats.org/drawingml/2006/main">
              <a:ext uri="{FF2B5EF4-FFF2-40B4-BE49-F238E27FC236}">
                <a16:creationId xmlns:a16="http://schemas.microsoft.com/office/drawing/2014/main" id="{EE810688-A692-4602-8FAB-50359D13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47850"/>
            <a:ext cx="219075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6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R1</a:t>
            </a:r>
          </a:p>
        </p:txBody>
      </p:sp>
      <p:sp>
        <p:nvSpPr>
          <p:cNvPr id="141" name="inner-row-2">
            <a:extLst xmlns:a="http://schemas.openxmlformats.org/drawingml/2006/main">
              <a:ext uri="{FF2B5EF4-FFF2-40B4-BE49-F238E27FC236}">
                <a16:creationId xmlns:a16="http://schemas.microsoft.com/office/drawing/2014/main" id="{8ACF3D8E-A56C-49B7-9687-85D2B71E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19338"/>
            <a:ext cx="219075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6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R2</a:t>
            </a:r>
          </a:p>
        </p:txBody>
      </p:sp>
      <p:sp>
        <p:nvSpPr>
          <p:cNvPr id="142" name="inner-row-3">
            <a:extLst xmlns:a="http://schemas.openxmlformats.org/drawingml/2006/main">
              <a:ext uri="{FF2B5EF4-FFF2-40B4-BE49-F238E27FC236}">
                <a16:creationId xmlns:a16="http://schemas.microsoft.com/office/drawing/2014/main" id="{A3950F75-83A1-43C5-93FD-E23169E7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90825"/>
            <a:ext cx="219075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6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R3</a:t>
            </a:r>
          </a:p>
        </p:txBody>
      </p:sp>
      <p:sp>
        <p:nvSpPr>
          <p:cNvPr id="143" name="inner-row-4">
            <a:extLst xmlns:a="http://schemas.openxmlformats.org/drawingml/2006/main">
              <a:ext uri="{FF2B5EF4-FFF2-40B4-BE49-F238E27FC236}">
                <a16:creationId xmlns:a16="http://schemas.microsoft.com/office/drawing/2014/main" id="{9A0FBD09-A399-4520-8D1F-BDFC19D9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62313"/>
            <a:ext cx="219075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6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R4</a:t>
            </a:r>
          </a:p>
        </p:txBody>
      </p:sp>
      <p:sp>
        <p:nvSpPr>
          <p:cNvPr id="144" name="inner-P11">
            <a:extLst xmlns:a="http://schemas.openxmlformats.org/drawingml/2006/main">
              <a:ext uri="{FF2B5EF4-FFF2-40B4-BE49-F238E27FC236}">
                <a16:creationId xmlns:a16="http://schemas.microsoft.com/office/drawing/2014/main" id="{E4047387-9EFA-401B-A8A6-2848F378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47850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5" name="inner-label-P11">
            <a:extLst xmlns:a="http://schemas.openxmlformats.org/drawingml/2006/main">
              <a:ext uri="{FF2B5EF4-FFF2-40B4-BE49-F238E27FC236}">
                <a16:creationId xmlns:a16="http://schemas.microsoft.com/office/drawing/2014/main" id="{4171E456-1F8F-4DB1-80A3-438F2CFF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57375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P11</a:t>
            </a:r>
          </a:p>
          <a:p xmlns:a="http://schemas.openxmlformats.org/drawingml/2006/main">
            <a:pPr algn="ctr">
              <a:defRPr sz="54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54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46" name="inner-P12">
            <a:extLst xmlns:a="http://schemas.openxmlformats.org/drawingml/2006/main">
              <a:ext uri="{FF2B5EF4-FFF2-40B4-BE49-F238E27FC236}">
                <a16:creationId xmlns:a16="http://schemas.microsoft.com/office/drawing/2014/main" id="{D982AC80-C100-43A0-A7D7-116FD057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288" y="1847850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7" name="inner-label-P12">
            <a:extLst xmlns:a="http://schemas.openxmlformats.org/drawingml/2006/main">
              <a:ext uri="{FF2B5EF4-FFF2-40B4-BE49-F238E27FC236}">
                <a16:creationId xmlns:a16="http://schemas.microsoft.com/office/drawing/2014/main" id="{3510D425-2D39-40EE-A52D-54273A91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1857375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P12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48" name="inner-P13">
            <a:extLst xmlns:a="http://schemas.openxmlformats.org/drawingml/2006/main">
              <a:ext uri="{FF2B5EF4-FFF2-40B4-BE49-F238E27FC236}">
                <a16:creationId xmlns:a16="http://schemas.microsoft.com/office/drawing/2014/main" id="{4F31468C-F251-4B3C-87DB-29EED025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847850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9" name="inner-label-P13">
            <a:extLst xmlns:a="http://schemas.openxmlformats.org/drawingml/2006/main">
              <a:ext uri="{FF2B5EF4-FFF2-40B4-BE49-F238E27FC236}">
                <a16:creationId xmlns:a16="http://schemas.microsoft.com/office/drawing/2014/main" id="{4EA1DF27-F9C9-48F1-8312-A9AC8C16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57375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P13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50" name="inner-P14">
            <a:extLst xmlns:a="http://schemas.openxmlformats.org/drawingml/2006/main">
              <a:ext uri="{FF2B5EF4-FFF2-40B4-BE49-F238E27FC236}">
                <a16:creationId xmlns:a16="http://schemas.microsoft.com/office/drawing/2014/main" id="{8A06BA9A-3A36-4DA3-A918-62A41325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1847850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1" name="inner-label-P14">
            <a:extLst xmlns:a="http://schemas.openxmlformats.org/drawingml/2006/main">
              <a:ext uri="{FF2B5EF4-FFF2-40B4-BE49-F238E27FC236}">
                <a16:creationId xmlns:a16="http://schemas.microsoft.com/office/drawing/2014/main" id="{34FC4094-09C2-488C-A2E4-63A173D8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788" y="1857375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P14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52" name="inner-P21">
            <a:extLst xmlns:a="http://schemas.openxmlformats.org/drawingml/2006/main">
              <a:ext uri="{FF2B5EF4-FFF2-40B4-BE49-F238E27FC236}">
                <a16:creationId xmlns:a16="http://schemas.microsoft.com/office/drawing/2014/main" id="{E21F3675-0E21-4AD5-AF91-8BA9F10F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19338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3" name="inner-label-P21">
            <a:extLst xmlns:a="http://schemas.openxmlformats.org/drawingml/2006/main">
              <a:ext uri="{FF2B5EF4-FFF2-40B4-BE49-F238E27FC236}">
                <a16:creationId xmlns:a16="http://schemas.microsoft.com/office/drawing/2014/main" id="{35DCC339-31C5-45FC-87D4-B26CE397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28863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P21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54" name="inner-P22">
            <a:extLst xmlns:a="http://schemas.openxmlformats.org/drawingml/2006/main">
              <a:ext uri="{FF2B5EF4-FFF2-40B4-BE49-F238E27FC236}">
                <a16:creationId xmlns:a16="http://schemas.microsoft.com/office/drawing/2014/main" id="{7BF27622-76AC-4EAD-8A05-A0821480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288" y="2319338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5" name="inner-label-P22">
            <a:extLst xmlns:a="http://schemas.openxmlformats.org/drawingml/2006/main">
              <a:ext uri="{FF2B5EF4-FFF2-40B4-BE49-F238E27FC236}">
                <a16:creationId xmlns:a16="http://schemas.microsoft.com/office/drawing/2014/main" id="{D5B79987-A0C7-4B69-82CF-C17E5E85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2328863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P22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56" name="inner-P23">
            <a:extLst xmlns:a="http://schemas.openxmlformats.org/drawingml/2006/main">
              <a:ext uri="{FF2B5EF4-FFF2-40B4-BE49-F238E27FC236}">
                <a16:creationId xmlns:a16="http://schemas.microsoft.com/office/drawing/2014/main" id="{89DF56ED-95E1-44B8-AEFB-33813B0A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19338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7" name="inner-label-P23">
            <a:extLst xmlns:a="http://schemas.openxmlformats.org/drawingml/2006/main">
              <a:ext uri="{FF2B5EF4-FFF2-40B4-BE49-F238E27FC236}">
                <a16:creationId xmlns:a16="http://schemas.microsoft.com/office/drawing/2014/main" id="{9DE0FEA5-8D2A-4D97-BE3B-430BA751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28863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P23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58" name="inner-P24">
            <a:extLst xmlns:a="http://schemas.openxmlformats.org/drawingml/2006/main">
              <a:ext uri="{FF2B5EF4-FFF2-40B4-BE49-F238E27FC236}">
                <a16:creationId xmlns:a16="http://schemas.microsoft.com/office/drawing/2014/main" id="{3A80BF8E-AE87-4623-856F-0FF2C61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2319338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9" name="inner-label-P24">
            <a:extLst xmlns:a="http://schemas.openxmlformats.org/drawingml/2006/main">
              <a:ext uri="{FF2B5EF4-FFF2-40B4-BE49-F238E27FC236}">
                <a16:creationId xmlns:a16="http://schemas.microsoft.com/office/drawing/2014/main" id="{255DAE93-3B3E-44B7-B689-38AED756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788" y="2328863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P24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60" name="inner-P31">
            <a:extLst xmlns:a="http://schemas.openxmlformats.org/drawingml/2006/main">
              <a:ext uri="{FF2B5EF4-FFF2-40B4-BE49-F238E27FC236}">
                <a16:creationId xmlns:a16="http://schemas.microsoft.com/office/drawing/2014/main" id="{0EF0A6D4-FAFC-4D45-AEBB-2E6A76B7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90825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1" name="inner-label-P31">
            <a:extLst xmlns:a="http://schemas.openxmlformats.org/drawingml/2006/main">
              <a:ext uri="{FF2B5EF4-FFF2-40B4-BE49-F238E27FC236}">
                <a16:creationId xmlns:a16="http://schemas.microsoft.com/office/drawing/2014/main" id="{7CB9E2E2-8EA4-427E-8307-C4C5B80E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00350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P31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62" name="inner-P32">
            <a:extLst xmlns:a="http://schemas.openxmlformats.org/drawingml/2006/main">
              <a:ext uri="{FF2B5EF4-FFF2-40B4-BE49-F238E27FC236}">
                <a16:creationId xmlns:a16="http://schemas.microsoft.com/office/drawing/2014/main" id="{EC237B47-9E41-4643-8B9F-DC59A5E0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288" y="2790825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3" name="inner-label-P32">
            <a:extLst xmlns:a="http://schemas.openxmlformats.org/drawingml/2006/main">
              <a:ext uri="{FF2B5EF4-FFF2-40B4-BE49-F238E27FC236}">
                <a16:creationId xmlns:a16="http://schemas.microsoft.com/office/drawing/2014/main" id="{0246D4C6-E51E-48B9-BB5A-DD3FCF9E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2800350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P32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64" name="inner-P33">
            <a:extLst xmlns:a="http://schemas.openxmlformats.org/drawingml/2006/main">
              <a:ext uri="{FF2B5EF4-FFF2-40B4-BE49-F238E27FC236}">
                <a16:creationId xmlns:a16="http://schemas.microsoft.com/office/drawing/2014/main" id="{926C03AC-BFA1-4D4F-A690-0046F436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790825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5" name="inner-label-P33">
            <a:extLst xmlns:a="http://schemas.openxmlformats.org/drawingml/2006/main">
              <a:ext uri="{FF2B5EF4-FFF2-40B4-BE49-F238E27FC236}">
                <a16:creationId xmlns:a16="http://schemas.microsoft.com/office/drawing/2014/main" id="{39B89FBF-B3EA-41F7-AB0D-2EC2F3DB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00350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P33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66" name="inner-P34">
            <a:extLst xmlns:a="http://schemas.openxmlformats.org/drawingml/2006/main">
              <a:ext uri="{FF2B5EF4-FFF2-40B4-BE49-F238E27FC236}">
                <a16:creationId xmlns:a16="http://schemas.microsoft.com/office/drawing/2014/main" id="{85B74763-20AF-4D06-A66A-1C39B0FB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2790825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7" name="inner-label-P34">
            <a:extLst xmlns:a="http://schemas.openxmlformats.org/drawingml/2006/main">
              <a:ext uri="{FF2B5EF4-FFF2-40B4-BE49-F238E27FC236}">
                <a16:creationId xmlns:a16="http://schemas.microsoft.com/office/drawing/2014/main" id="{384CE052-9001-4D86-AD0C-93B514F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788" y="2800350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P34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68" name="inner-P41">
            <a:extLst xmlns:a="http://schemas.openxmlformats.org/drawingml/2006/main">
              <a:ext uri="{FF2B5EF4-FFF2-40B4-BE49-F238E27FC236}">
                <a16:creationId xmlns:a16="http://schemas.microsoft.com/office/drawing/2014/main" id="{4B7F1B0E-68C3-47B8-9C6B-A36CCDC3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62313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9" name="inner-label-P41">
            <a:extLst xmlns:a="http://schemas.openxmlformats.org/drawingml/2006/main">
              <a:ext uri="{FF2B5EF4-FFF2-40B4-BE49-F238E27FC236}">
                <a16:creationId xmlns:a16="http://schemas.microsoft.com/office/drawing/2014/main" id="{06B4982B-DC3C-448F-8758-E67CB226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71838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P41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70" name="inner-P42">
            <a:extLst xmlns:a="http://schemas.openxmlformats.org/drawingml/2006/main">
              <a:ext uri="{FF2B5EF4-FFF2-40B4-BE49-F238E27FC236}">
                <a16:creationId xmlns:a16="http://schemas.microsoft.com/office/drawing/2014/main" id="{7569566C-AFF0-4B29-92D7-397CA281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288" y="3262313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71" name="inner-label-P42">
            <a:extLst xmlns:a="http://schemas.openxmlformats.org/drawingml/2006/main">
              <a:ext uri="{FF2B5EF4-FFF2-40B4-BE49-F238E27FC236}">
                <a16:creationId xmlns:a16="http://schemas.microsoft.com/office/drawing/2014/main" id="{977985C7-4C67-4378-B073-56FCD15A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3271838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P42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72" name="inner-P43">
            <a:extLst xmlns:a="http://schemas.openxmlformats.org/drawingml/2006/main">
              <a:ext uri="{FF2B5EF4-FFF2-40B4-BE49-F238E27FC236}">
                <a16:creationId xmlns:a16="http://schemas.microsoft.com/office/drawing/2014/main" id="{FBBDD187-190E-4B96-BA9A-5E7452DB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62313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73" name="inner-label-P43">
            <a:extLst xmlns:a="http://schemas.openxmlformats.org/drawingml/2006/main">
              <a:ext uri="{FF2B5EF4-FFF2-40B4-BE49-F238E27FC236}">
                <a16:creationId xmlns:a16="http://schemas.microsoft.com/office/drawing/2014/main" id="{71DB779A-8D12-4FF8-A592-52C29FEE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71838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P43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74" name="inner-P44">
            <a:extLst xmlns:a="http://schemas.openxmlformats.org/drawingml/2006/main">
              <a:ext uri="{FF2B5EF4-FFF2-40B4-BE49-F238E27FC236}">
                <a16:creationId xmlns:a16="http://schemas.microsoft.com/office/drawing/2014/main" id="{188C308C-20D5-4EA9-BAED-D87977E6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3262313"/>
            <a:ext cx="4714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75" name="inner-label-P44">
            <a:extLst xmlns:a="http://schemas.openxmlformats.org/drawingml/2006/main">
              <a:ext uri="{FF2B5EF4-FFF2-40B4-BE49-F238E27FC236}">
                <a16:creationId xmlns:a16="http://schemas.microsoft.com/office/drawing/2014/main" id="{F5BC844D-40A0-40CF-8EFB-42E77B31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788" y="3271838"/>
            <a:ext cx="452438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P44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76" name="inner-delay-note">
            <a:extLst xmlns:a="http://schemas.openxmlformats.org/drawingml/2006/main">
              <a:ext uri="{FF2B5EF4-FFF2-40B4-BE49-F238E27FC236}">
                <a16:creationId xmlns:a16="http://schemas.microsoft.com/office/drawing/2014/main" id="{67584D59-E921-4288-B1B7-298EB602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340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7C5CE0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7C5CE0"/>
                </a:solidFill>
                <a:latin typeface="PingFang SC"/>
                <a:ea typeface="PingFang SC"/>
                <a:cs typeface="PingFang SC"/>
              </a:rPr>
              <a:t>实际时延：tᵣ=dᵣTᵣ，tₐ=dₐTₐ</a:t>
            </a:r>
          </a:p>
        </p:txBody>
      </p:sp>
    </p:spTree>
    <p:extLst>
      <p:ext uri="{BB962C8B-B14F-4D97-AF65-F5344CB8AC3E}">
        <p14:creationId xmlns:p14="http://schemas.microsoft.com/office/powerpoint/2010/main" val="16998554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6A66A-8119-4BBD-A1FF-9DE83AD3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手机手绘 → 超表面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6021B-92BB-4C80-A5BE-D1933013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任意形状①：7×7手绘心形自动编译为28个目标通道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56C54-3F08-4030-96E6-8ED52894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11CA5-B5F8-470E-9A69-0BB3FAB5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2C7E1-5C31-4C9D-86C4-A8D8A262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外层7×7宏格逐格给出Pᵣ꜀与Hₖ；每个Pᵣ꜀内部都严格重复中间4×4的(dᵣ,dₐ)时延矩阵。</a:t>
            </a:r>
          </a:p>
        </p:txBody>
      </p:sp>
      <p:sp>
        <p:nvSpPr>
          <p:cNvPr id="9" name="outer-array-panel">
            <a:extLst xmlns:a="http://schemas.openxmlformats.org/drawingml/2006/main">
              <a:ext uri="{FF2B5EF4-FFF2-40B4-BE49-F238E27FC236}">
                <a16:creationId xmlns:a16="http://schemas.microsoft.com/office/drawing/2014/main" id="{A9FB5822-165A-4813-A2B4-75718A73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4457700" cy="4533900"/>
          </a:xfrm>
          <a:prstGeom xmlns:a="http://schemas.openxmlformats.org/drawingml/2006/main" prst="roundRect">
            <a:avLst>
              <a:gd name="adj" fmla="val 170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0" name="outer-array-title">
            <a:extLst xmlns:a="http://schemas.openxmlformats.org/drawingml/2006/main">
              <a:ext uri="{FF2B5EF4-FFF2-40B4-BE49-F238E27FC236}">
                <a16:creationId xmlns:a16="http://schemas.microsoft.com/office/drawing/2014/main" id="{211630D7-AF01-41AD-BC28-8634690B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① 外层 7×7 宏格：Pᵣ꜀ → Hₖ</a:t>
            </a:r>
          </a:p>
        </p:txBody>
      </p:sp>
      <p:sp>
        <p:nvSpPr>
          <p:cNvPr id="11" name="outer-col-1">
            <a:extLst xmlns:a="http://schemas.openxmlformats.org/drawingml/2006/main">
              <a:ext uri="{FF2B5EF4-FFF2-40B4-BE49-F238E27FC236}">
                <a16:creationId xmlns:a16="http://schemas.microsoft.com/office/drawing/2014/main" id="{D55AE398-74F1-4790-BE32-7CAD958E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57350"/>
            <a:ext cx="50074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A1</a:t>
            </a:r>
          </a:p>
        </p:txBody>
      </p:sp>
      <p:sp>
        <p:nvSpPr>
          <p:cNvPr id="12" name="outer-col-2">
            <a:extLst xmlns:a="http://schemas.openxmlformats.org/drawingml/2006/main">
              <a:ext uri="{FF2B5EF4-FFF2-40B4-BE49-F238E27FC236}">
                <a16:creationId xmlns:a16="http://schemas.microsoft.com/office/drawing/2014/main" id="{E40BF60D-5848-4BF9-A035-18367D5B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1657350"/>
            <a:ext cx="50074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A2</a:t>
            </a:r>
          </a:p>
        </p:txBody>
      </p:sp>
      <p:sp>
        <p:nvSpPr>
          <p:cNvPr id="13" name="outer-col-3">
            <a:extLst xmlns:a="http://schemas.openxmlformats.org/drawingml/2006/main">
              <a:ext uri="{FF2B5EF4-FFF2-40B4-BE49-F238E27FC236}">
                <a16:creationId xmlns:a16="http://schemas.microsoft.com/office/drawing/2014/main" id="{1A51DD75-6C42-46E9-B999-9E8F49C6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1657350"/>
            <a:ext cx="50074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  <p:sp>
        <p:nvSpPr>
          <p:cNvPr id="14" name="outer-col-4">
            <a:extLst xmlns:a="http://schemas.openxmlformats.org/drawingml/2006/main">
              <a:ext uri="{FF2B5EF4-FFF2-40B4-BE49-F238E27FC236}">
                <a16:creationId xmlns:a16="http://schemas.microsoft.com/office/drawing/2014/main" id="{76B28F3A-8C5F-4CAA-B9F8-8815B845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1657350"/>
            <a:ext cx="50074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A4</a:t>
            </a:r>
          </a:p>
        </p:txBody>
      </p:sp>
      <p:sp>
        <p:nvSpPr>
          <p:cNvPr id="15" name="outer-col-5">
            <a:extLst xmlns:a="http://schemas.openxmlformats.org/drawingml/2006/main">
              <a:ext uri="{FF2B5EF4-FFF2-40B4-BE49-F238E27FC236}">
                <a16:creationId xmlns:a16="http://schemas.microsoft.com/office/drawing/2014/main" id="{12229038-4A78-43A7-9F09-E96D42FB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1657350"/>
            <a:ext cx="50074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A5</a:t>
            </a:r>
          </a:p>
        </p:txBody>
      </p:sp>
      <p:sp>
        <p:nvSpPr>
          <p:cNvPr id="16" name="outer-col-6">
            <a:extLst xmlns:a="http://schemas.openxmlformats.org/drawingml/2006/main">
              <a:ext uri="{FF2B5EF4-FFF2-40B4-BE49-F238E27FC236}">
                <a16:creationId xmlns:a16="http://schemas.microsoft.com/office/drawing/2014/main" id="{C7C78683-E028-4877-B16E-68D39195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1657350"/>
            <a:ext cx="50074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A6</a:t>
            </a:r>
          </a:p>
        </p:txBody>
      </p:sp>
      <p:sp>
        <p:nvSpPr>
          <p:cNvPr id="17" name="outer-col-7">
            <a:extLst xmlns:a="http://schemas.openxmlformats.org/drawingml/2006/main">
              <a:ext uri="{FF2B5EF4-FFF2-40B4-BE49-F238E27FC236}">
                <a16:creationId xmlns:a16="http://schemas.microsoft.com/office/drawing/2014/main" id="{C4A66471-284A-435A-B757-73D2411A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1657350"/>
            <a:ext cx="50074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A7</a:t>
            </a:r>
          </a:p>
        </p:txBody>
      </p:sp>
      <p:sp>
        <p:nvSpPr>
          <p:cNvPr id="18" name="outer-row-1">
            <a:extLst xmlns:a="http://schemas.openxmlformats.org/drawingml/2006/main">
              <a:ext uri="{FF2B5EF4-FFF2-40B4-BE49-F238E27FC236}">
                <a16:creationId xmlns:a16="http://schemas.microsoft.com/office/drawing/2014/main" id="{721D2E13-2ADC-414B-B5A6-720C8CFF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5950"/>
            <a:ext cx="247650" cy="50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7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R1</a:t>
            </a:r>
          </a:p>
        </p:txBody>
      </p:sp>
      <p:sp>
        <p:nvSpPr>
          <p:cNvPr id="19" name="outer-row-2">
            <a:extLst xmlns:a="http://schemas.openxmlformats.org/drawingml/2006/main">
              <a:ext uri="{FF2B5EF4-FFF2-40B4-BE49-F238E27FC236}">
                <a16:creationId xmlns:a16="http://schemas.microsoft.com/office/drawing/2014/main" id="{4C409DF6-6DD9-489A-8CE1-19A46585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6693"/>
            <a:ext cx="247650" cy="50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R2</a:t>
            </a:r>
          </a:p>
        </p:txBody>
      </p:sp>
      <p:sp>
        <p:nvSpPr>
          <p:cNvPr id="20" name="outer-row-3">
            <a:extLst xmlns:a="http://schemas.openxmlformats.org/drawingml/2006/main">
              <a:ext uri="{FF2B5EF4-FFF2-40B4-BE49-F238E27FC236}">
                <a16:creationId xmlns:a16="http://schemas.microsoft.com/office/drawing/2014/main" id="{514EA99A-4A98-4F7A-B4CB-2BD56DF2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87436"/>
            <a:ext cx="247650" cy="50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R3</a:t>
            </a:r>
          </a:p>
        </p:txBody>
      </p:sp>
      <p:sp>
        <p:nvSpPr>
          <p:cNvPr id="21" name="outer-row-4">
            <a:extLst xmlns:a="http://schemas.openxmlformats.org/drawingml/2006/main">
              <a:ext uri="{FF2B5EF4-FFF2-40B4-BE49-F238E27FC236}">
                <a16:creationId xmlns:a16="http://schemas.microsoft.com/office/drawing/2014/main" id="{685CD3DC-4007-40C0-BB55-AC7B0E8C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8179"/>
            <a:ext cx="247650" cy="50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R4</a:t>
            </a:r>
          </a:p>
        </p:txBody>
      </p:sp>
      <p:sp>
        <p:nvSpPr>
          <p:cNvPr id="22" name="outer-row-5">
            <a:extLst xmlns:a="http://schemas.openxmlformats.org/drawingml/2006/main">
              <a:ext uri="{FF2B5EF4-FFF2-40B4-BE49-F238E27FC236}">
                <a16:creationId xmlns:a16="http://schemas.microsoft.com/office/drawing/2014/main" id="{61F6945A-0DCE-4DB1-A531-EE3A8758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8921"/>
            <a:ext cx="247650" cy="50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R5</a:t>
            </a:r>
          </a:p>
        </p:txBody>
      </p:sp>
      <p:sp>
        <p:nvSpPr>
          <p:cNvPr id="23" name="outer-row-6">
            <a:extLst xmlns:a="http://schemas.openxmlformats.org/drawingml/2006/main">
              <a:ext uri="{FF2B5EF4-FFF2-40B4-BE49-F238E27FC236}">
                <a16:creationId xmlns:a16="http://schemas.microsoft.com/office/drawing/2014/main" id="{E7607196-CB08-49DF-AEF5-BE6AAB39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9664"/>
            <a:ext cx="247650" cy="50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R6</a:t>
            </a:r>
          </a:p>
        </p:txBody>
      </p:sp>
      <p:sp>
        <p:nvSpPr>
          <p:cNvPr id="24" name="outer-row-7">
            <a:extLst xmlns:a="http://schemas.openxmlformats.org/drawingml/2006/main">
              <a:ext uri="{FF2B5EF4-FFF2-40B4-BE49-F238E27FC236}">
                <a16:creationId xmlns:a16="http://schemas.microsoft.com/office/drawing/2014/main" id="{8DC2874F-2709-4620-B691-D0005132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90407"/>
            <a:ext cx="247650" cy="50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6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R7</a:t>
            </a:r>
          </a:p>
        </p:txBody>
      </p:sp>
      <p:sp>
        <p:nvSpPr>
          <p:cNvPr id="25" name="outer-P11">
            <a:extLst xmlns:a="http://schemas.openxmlformats.org/drawingml/2006/main">
              <a:ext uri="{FF2B5EF4-FFF2-40B4-BE49-F238E27FC236}">
                <a16:creationId xmlns:a16="http://schemas.microsoft.com/office/drawing/2014/main" id="{86C5EFE6-9872-4AFC-9961-5EEE21A7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85950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6" name="outer-label-P11">
            <a:extLst xmlns:a="http://schemas.openxmlformats.org/drawingml/2006/main">
              <a:ext uri="{FF2B5EF4-FFF2-40B4-BE49-F238E27FC236}">
                <a16:creationId xmlns:a16="http://schemas.microsoft.com/office/drawing/2014/main" id="{E5D26120-46E2-4E6F-9547-083A4AAF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27" name="outer-P12">
            <a:extLst xmlns:a="http://schemas.openxmlformats.org/drawingml/2006/main">
              <a:ext uri="{FF2B5EF4-FFF2-40B4-BE49-F238E27FC236}">
                <a16:creationId xmlns:a16="http://schemas.microsoft.com/office/drawing/2014/main" id="{D3381D2D-83C5-42F0-A1C0-50100E6A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1885950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8" name="outer-label-P12">
            <a:extLst xmlns:a="http://schemas.openxmlformats.org/drawingml/2006/main">
              <a:ext uri="{FF2B5EF4-FFF2-40B4-BE49-F238E27FC236}">
                <a16:creationId xmlns:a16="http://schemas.microsoft.com/office/drawing/2014/main" id="{9BD78AD5-AD2C-4C0D-BE42-8BF05CD5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8" y="1905000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29" name="outer-P13">
            <a:extLst xmlns:a="http://schemas.openxmlformats.org/drawingml/2006/main">
              <a:ext uri="{FF2B5EF4-FFF2-40B4-BE49-F238E27FC236}">
                <a16:creationId xmlns:a16="http://schemas.microsoft.com/office/drawing/2014/main" id="{F2DB8267-545C-4051-8680-03BC4FC0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1885950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6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0" name="outer-label-P13">
            <a:extLst xmlns:a="http://schemas.openxmlformats.org/drawingml/2006/main">
              <a:ext uri="{FF2B5EF4-FFF2-40B4-BE49-F238E27FC236}">
                <a16:creationId xmlns:a16="http://schemas.microsoft.com/office/drawing/2014/main" id="{EB68AC91-AFEC-44CC-BC23-9EED3B02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61" y="1905000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31" name="outer-P14">
            <a:extLst xmlns:a="http://schemas.openxmlformats.org/drawingml/2006/main">
              <a:ext uri="{FF2B5EF4-FFF2-40B4-BE49-F238E27FC236}">
                <a16:creationId xmlns:a16="http://schemas.microsoft.com/office/drawing/2014/main" id="{D34073AF-ABF5-44BC-BD9D-A148DA93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1885950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2" name="outer-label-P14">
            <a:extLst xmlns:a="http://schemas.openxmlformats.org/drawingml/2006/main">
              <a:ext uri="{FF2B5EF4-FFF2-40B4-BE49-F238E27FC236}">
                <a16:creationId xmlns:a16="http://schemas.microsoft.com/office/drawing/2014/main" id="{54B9E950-450C-4749-9381-85D7BCE6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04" y="1905000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33" name="outer-P15">
            <a:extLst xmlns:a="http://schemas.openxmlformats.org/drawingml/2006/main">
              <a:ext uri="{FF2B5EF4-FFF2-40B4-BE49-F238E27FC236}">
                <a16:creationId xmlns:a16="http://schemas.microsoft.com/office/drawing/2014/main" id="{F6FB4942-64E9-4C88-8368-566A3C4C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1885950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4" name="outer-label-P15">
            <a:extLst xmlns:a="http://schemas.openxmlformats.org/drawingml/2006/main">
              <a:ext uri="{FF2B5EF4-FFF2-40B4-BE49-F238E27FC236}">
                <a16:creationId xmlns:a16="http://schemas.microsoft.com/office/drawing/2014/main" id="{DE453D28-C61D-43F7-AD89-F0FFD810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46" y="1905000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35" name="outer-P16">
            <a:extLst xmlns:a="http://schemas.openxmlformats.org/drawingml/2006/main">
              <a:ext uri="{FF2B5EF4-FFF2-40B4-BE49-F238E27FC236}">
                <a16:creationId xmlns:a16="http://schemas.microsoft.com/office/drawing/2014/main" id="{487C6DCD-ACEF-452E-A8D4-BD1CB7A9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1885950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6" name="outer-label-P16">
            <a:extLst xmlns:a="http://schemas.openxmlformats.org/drawingml/2006/main">
              <a:ext uri="{FF2B5EF4-FFF2-40B4-BE49-F238E27FC236}">
                <a16:creationId xmlns:a16="http://schemas.microsoft.com/office/drawing/2014/main" id="{E466778E-9BDC-45E1-9DD2-B7D79167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89" y="1905000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H6</a:t>
            </a:r>
          </a:p>
        </p:txBody>
      </p:sp>
      <p:sp>
        <p:nvSpPr>
          <p:cNvPr id="37" name="outer-P17">
            <a:extLst xmlns:a="http://schemas.openxmlformats.org/drawingml/2006/main">
              <a:ext uri="{FF2B5EF4-FFF2-40B4-BE49-F238E27FC236}">
                <a16:creationId xmlns:a16="http://schemas.microsoft.com/office/drawing/2014/main" id="{EBD6164B-8D1D-4AC3-9E6E-8469EA97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1885950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8" name="outer-label-P17">
            <a:extLst xmlns:a="http://schemas.openxmlformats.org/drawingml/2006/main">
              <a:ext uri="{FF2B5EF4-FFF2-40B4-BE49-F238E27FC236}">
                <a16:creationId xmlns:a16="http://schemas.microsoft.com/office/drawing/2014/main" id="{ED287BEB-FCE0-4722-A6E9-622429CD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32" y="1905000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H7</a:t>
            </a:r>
          </a:p>
        </p:txBody>
      </p:sp>
      <p:sp>
        <p:nvSpPr>
          <p:cNvPr id="39" name="outer-P21">
            <a:extLst xmlns:a="http://schemas.openxmlformats.org/drawingml/2006/main">
              <a:ext uri="{FF2B5EF4-FFF2-40B4-BE49-F238E27FC236}">
                <a16:creationId xmlns:a16="http://schemas.microsoft.com/office/drawing/2014/main" id="{B8D3EAF8-036D-4907-9861-22060CEC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86693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0" name="outer-label-P21">
            <a:extLst xmlns:a="http://schemas.openxmlformats.org/drawingml/2006/main">
              <a:ext uri="{FF2B5EF4-FFF2-40B4-BE49-F238E27FC236}">
                <a16:creationId xmlns:a16="http://schemas.microsoft.com/office/drawing/2014/main" id="{18B93CD6-ED67-4BC4-92C5-F82A118F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5743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H14</a:t>
            </a:r>
          </a:p>
        </p:txBody>
      </p:sp>
      <p:sp>
        <p:nvSpPr>
          <p:cNvPr id="41" name="outer-P22">
            <a:extLst xmlns:a="http://schemas.openxmlformats.org/drawingml/2006/main">
              <a:ext uri="{FF2B5EF4-FFF2-40B4-BE49-F238E27FC236}">
                <a16:creationId xmlns:a16="http://schemas.microsoft.com/office/drawing/2014/main" id="{A0B3C24F-89D4-479C-ABB7-FB56A16B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2386693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3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2" name="outer-label-P22">
            <a:extLst xmlns:a="http://schemas.openxmlformats.org/drawingml/2006/main">
              <a:ext uri="{FF2B5EF4-FFF2-40B4-BE49-F238E27FC236}">
                <a16:creationId xmlns:a16="http://schemas.microsoft.com/office/drawing/2014/main" id="{F7AC3199-EA18-48A2-BCFE-D628A2B7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8" y="2405743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H13</a:t>
            </a:r>
          </a:p>
        </p:txBody>
      </p:sp>
      <p:sp>
        <p:nvSpPr>
          <p:cNvPr id="43" name="outer-P23">
            <a:extLst xmlns:a="http://schemas.openxmlformats.org/drawingml/2006/main">
              <a:ext uri="{FF2B5EF4-FFF2-40B4-BE49-F238E27FC236}">
                <a16:creationId xmlns:a16="http://schemas.microsoft.com/office/drawing/2014/main" id="{2FA6D74A-2A55-4A26-A911-6D2C0CA9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2386693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C6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4" name="outer-label-P23">
            <a:extLst xmlns:a="http://schemas.openxmlformats.org/drawingml/2006/main">
              <a:ext uri="{FF2B5EF4-FFF2-40B4-BE49-F238E27FC236}">
                <a16:creationId xmlns:a16="http://schemas.microsoft.com/office/drawing/2014/main" id="{7049FD46-C2A9-4AB8-8574-6BCAFF70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61" y="2405743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H12</a:t>
            </a:r>
          </a:p>
        </p:txBody>
      </p:sp>
      <p:sp>
        <p:nvSpPr>
          <p:cNvPr id="45" name="outer-P24">
            <a:extLst xmlns:a="http://schemas.openxmlformats.org/drawingml/2006/main">
              <a:ext uri="{FF2B5EF4-FFF2-40B4-BE49-F238E27FC236}">
                <a16:creationId xmlns:a16="http://schemas.microsoft.com/office/drawing/2014/main" id="{02FF1660-6C43-486B-A6DA-3AC5EDB8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2386693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0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6" name="outer-label-P24">
            <a:extLst xmlns:a="http://schemas.openxmlformats.org/drawingml/2006/main">
              <a:ext uri="{FF2B5EF4-FFF2-40B4-BE49-F238E27FC236}">
                <a16:creationId xmlns:a16="http://schemas.microsoft.com/office/drawing/2014/main" id="{67435C9B-7A05-4207-AAC2-045EAE18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04" y="2405743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H11</a:t>
            </a:r>
          </a:p>
        </p:txBody>
      </p:sp>
      <p:sp>
        <p:nvSpPr>
          <p:cNvPr id="47" name="outer-P25">
            <a:extLst xmlns:a="http://schemas.openxmlformats.org/drawingml/2006/main">
              <a:ext uri="{FF2B5EF4-FFF2-40B4-BE49-F238E27FC236}">
                <a16:creationId xmlns:a16="http://schemas.microsoft.com/office/drawing/2014/main" id="{5B114224-5A76-4A1C-B73B-F521F50F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2386693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A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8" name="outer-label-P25">
            <a:extLst xmlns:a="http://schemas.openxmlformats.org/drawingml/2006/main">
              <a:ext uri="{FF2B5EF4-FFF2-40B4-BE49-F238E27FC236}">
                <a16:creationId xmlns:a16="http://schemas.microsoft.com/office/drawing/2014/main" id="{FDBE0757-7BD0-4145-9B0B-5834B482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46" y="2405743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H10</a:t>
            </a:r>
          </a:p>
        </p:txBody>
      </p:sp>
      <p:sp>
        <p:nvSpPr>
          <p:cNvPr id="49" name="outer-P26">
            <a:extLst xmlns:a="http://schemas.openxmlformats.org/drawingml/2006/main">
              <a:ext uri="{FF2B5EF4-FFF2-40B4-BE49-F238E27FC236}">
                <a16:creationId xmlns:a16="http://schemas.microsoft.com/office/drawing/2014/main" id="{CCC4259C-CA78-44CB-9A77-8C6B5EF9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2386693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E4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0" name="outer-label-P26">
            <a:extLst xmlns:a="http://schemas.openxmlformats.org/drawingml/2006/main">
              <a:ext uri="{FF2B5EF4-FFF2-40B4-BE49-F238E27FC236}">
                <a16:creationId xmlns:a16="http://schemas.microsoft.com/office/drawing/2014/main" id="{0A0CB5C6-A719-4830-9D99-F8A774AA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89" y="2405743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H9</a:t>
            </a:r>
          </a:p>
        </p:txBody>
      </p:sp>
      <p:sp>
        <p:nvSpPr>
          <p:cNvPr id="51" name="outer-P27">
            <a:extLst xmlns:a="http://schemas.openxmlformats.org/drawingml/2006/main">
              <a:ext uri="{FF2B5EF4-FFF2-40B4-BE49-F238E27FC236}">
                <a16:creationId xmlns:a16="http://schemas.microsoft.com/office/drawing/2014/main" id="{544D6F17-13E7-4AD3-976E-CBA869EF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2386693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2" name="outer-label-P27">
            <a:extLst xmlns:a="http://schemas.openxmlformats.org/drawingml/2006/main">
              <a:ext uri="{FF2B5EF4-FFF2-40B4-BE49-F238E27FC236}">
                <a16:creationId xmlns:a16="http://schemas.microsoft.com/office/drawing/2014/main" id="{145071E6-43A0-4BE0-928A-D3B8D0F0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32" y="2405743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H8</a:t>
            </a:r>
          </a:p>
        </p:txBody>
      </p:sp>
      <p:sp>
        <p:nvSpPr>
          <p:cNvPr id="53" name="outer-P31">
            <a:extLst xmlns:a="http://schemas.openxmlformats.org/drawingml/2006/main">
              <a:ext uri="{FF2B5EF4-FFF2-40B4-BE49-F238E27FC236}">
                <a16:creationId xmlns:a16="http://schemas.microsoft.com/office/drawing/2014/main" id="{85A49685-90B8-4ECA-9A6C-34E6EFC4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87436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7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4" name="outer-label-P31">
            <a:extLst xmlns:a="http://schemas.openxmlformats.org/drawingml/2006/main">
              <a:ext uri="{FF2B5EF4-FFF2-40B4-BE49-F238E27FC236}">
                <a16:creationId xmlns:a16="http://schemas.microsoft.com/office/drawing/2014/main" id="{EF21180D-C6C6-444F-A748-164FFE6C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6486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H15</a:t>
            </a:r>
          </a:p>
        </p:txBody>
      </p:sp>
      <p:sp>
        <p:nvSpPr>
          <p:cNvPr id="55" name="outer-P32">
            <a:extLst xmlns:a="http://schemas.openxmlformats.org/drawingml/2006/main">
              <a:ext uri="{FF2B5EF4-FFF2-40B4-BE49-F238E27FC236}">
                <a16:creationId xmlns:a16="http://schemas.microsoft.com/office/drawing/2014/main" id="{D07A321F-6EE7-43A0-A56F-8B9D7EF4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2887436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6" name="outer-label-P32">
            <a:extLst xmlns:a="http://schemas.openxmlformats.org/drawingml/2006/main">
              <a:ext uri="{FF2B5EF4-FFF2-40B4-BE49-F238E27FC236}">
                <a16:creationId xmlns:a16="http://schemas.microsoft.com/office/drawing/2014/main" id="{145F9164-EDAD-4381-915E-82908D73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8" y="2906486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H16</a:t>
            </a:r>
          </a:p>
        </p:txBody>
      </p:sp>
      <p:sp>
        <p:nvSpPr>
          <p:cNvPr id="57" name="outer-P33">
            <a:extLst xmlns:a="http://schemas.openxmlformats.org/drawingml/2006/main">
              <a:ext uri="{FF2B5EF4-FFF2-40B4-BE49-F238E27FC236}">
                <a16:creationId xmlns:a16="http://schemas.microsoft.com/office/drawing/2014/main" id="{BF1C0669-05B2-4DBF-B09B-5CF1B92B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2887436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C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8" name="outer-label-P33">
            <a:extLst xmlns:a="http://schemas.openxmlformats.org/drawingml/2006/main">
              <a:ext uri="{FF2B5EF4-FFF2-40B4-BE49-F238E27FC236}">
                <a16:creationId xmlns:a16="http://schemas.microsoft.com/office/drawing/2014/main" id="{61BED225-A656-4C89-8FFD-E92955EA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61" y="2906486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H17</a:t>
            </a:r>
          </a:p>
        </p:txBody>
      </p:sp>
      <p:sp>
        <p:nvSpPr>
          <p:cNvPr id="59" name="outer-P34">
            <a:extLst xmlns:a="http://schemas.openxmlformats.org/drawingml/2006/main">
              <a:ext uri="{FF2B5EF4-FFF2-40B4-BE49-F238E27FC236}">
                <a16:creationId xmlns:a16="http://schemas.microsoft.com/office/drawing/2014/main" id="{A530F4FE-708E-4BBC-827A-03BEDCAC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2887436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0" name="outer-label-P34">
            <a:extLst xmlns:a="http://schemas.openxmlformats.org/drawingml/2006/main">
              <a:ext uri="{FF2B5EF4-FFF2-40B4-BE49-F238E27FC236}">
                <a16:creationId xmlns:a16="http://schemas.microsoft.com/office/drawing/2014/main" id="{D598364D-4CA0-412F-BD7B-2EA2A7F6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04" y="2906486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H18</a:t>
            </a:r>
          </a:p>
        </p:txBody>
      </p:sp>
      <p:sp>
        <p:nvSpPr>
          <p:cNvPr id="61" name="outer-P35">
            <a:extLst xmlns:a="http://schemas.openxmlformats.org/drawingml/2006/main">
              <a:ext uri="{FF2B5EF4-FFF2-40B4-BE49-F238E27FC236}">
                <a16:creationId xmlns:a16="http://schemas.microsoft.com/office/drawing/2014/main" id="{3B055178-B104-4494-9F78-6DDB4D83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2887436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2" name="outer-label-P35">
            <a:extLst xmlns:a="http://schemas.openxmlformats.org/drawingml/2006/main">
              <a:ext uri="{FF2B5EF4-FFF2-40B4-BE49-F238E27FC236}">
                <a16:creationId xmlns:a16="http://schemas.microsoft.com/office/drawing/2014/main" id="{22F935D0-5BFD-4548-A3C3-EF161524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46" y="2906486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H19</a:t>
            </a:r>
          </a:p>
        </p:txBody>
      </p:sp>
      <p:sp>
        <p:nvSpPr>
          <p:cNvPr id="63" name="outer-P36">
            <a:extLst xmlns:a="http://schemas.openxmlformats.org/drawingml/2006/main">
              <a:ext uri="{FF2B5EF4-FFF2-40B4-BE49-F238E27FC236}">
                <a16:creationId xmlns:a16="http://schemas.microsoft.com/office/drawing/2014/main" id="{755E26DA-B7CD-4CFF-B18E-39E10BD4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2887436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4" name="outer-label-P36">
            <a:extLst xmlns:a="http://schemas.openxmlformats.org/drawingml/2006/main">
              <a:ext uri="{FF2B5EF4-FFF2-40B4-BE49-F238E27FC236}">
                <a16:creationId xmlns:a16="http://schemas.microsoft.com/office/drawing/2014/main" id="{C63384BC-146A-4865-B90E-CE290410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89" y="2906486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H20</a:t>
            </a:r>
          </a:p>
        </p:txBody>
      </p:sp>
      <p:sp>
        <p:nvSpPr>
          <p:cNvPr id="65" name="outer-P37">
            <a:extLst xmlns:a="http://schemas.openxmlformats.org/drawingml/2006/main">
              <a:ext uri="{FF2B5EF4-FFF2-40B4-BE49-F238E27FC236}">
                <a16:creationId xmlns:a16="http://schemas.microsoft.com/office/drawing/2014/main" id="{6A2C5CB0-D098-420E-96DC-18FFC4A5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2887436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6" name="outer-label-P37">
            <a:extLst xmlns:a="http://schemas.openxmlformats.org/drawingml/2006/main">
              <a:ext uri="{FF2B5EF4-FFF2-40B4-BE49-F238E27FC236}">
                <a16:creationId xmlns:a16="http://schemas.microsoft.com/office/drawing/2014/main" id="{B9A394B0-11EA-44EB-947C-A5AD9B64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32" y="2906486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H21</a:t>
            </a:r>
          </a:p>
        </p:txBody>
      </p:sp>
      <p:sp>
        <p:nvSpPr>
          <p:cNvPr id="67" name="outer-P41">
            <a:extLst xmlns:a="http://schemas.openxmlformats.org/drawingml/2006/main">
              <a:ext uri="{FF2B5EF4-FFF2-40B4-BE49-F238E27FC236}">
                <a16:creationId xmlns:a16="http://schemas.microsoft.com/office/drawing/2014/main" id="{7FC28467-C70C-4FBE-AB4F-C859B15D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88179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8" name="outer-label-P41">
            <a:extLst xmlns:a="http://schemas.openxmlformats.org/drawingml/2006/main">
              <a:ext uri="{FF2B5EF4-FFF2-40B4-BE49-F238E27FC236}">
                <a16:creationId xmlns:a16="http://schemas.microsoft.com/office/drawing/2014/main" id="{2EB99A6B-09D4-42C7-86D0-A787837D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07229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69" name="outer-P42">
            <a:extLst xmlns:a="http://schemas.openxmlformats.org/drawingml/2006/main">
              <a:ext uri="{FF2B5EF4-FFF2-40B4-BE49-F238E27FC236}">
                <a16:creationId xmlns:a16="http://schemas.microsoft.com/office/drawing/2014/main" id="{1D247767-95F2-4A06-8715-EFBEA14D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3388179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4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0" name="outer-label-P42">
            <a:extLst xmlns:a="http://schemas.openxmlformats.org/drawingml/2006/main">
              <a:ext uri="{FF2B5EF4-FFF2-40B4-BE49-F238E27FC236}">
                <a16:creationId xmlns:a16="http://schemas.microsoft.com/office/drawing/2014/main" id="{4A33E024-A1A0-4084-8332-236C6D52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8" y="3407229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H27</a:t>
            </a:r>
          </a:p>
        </p:txBody>
      </p:sp>
      <p:sp>
        <p:nvSpPr>
          <p:cNvPr id="71" name="outer-P43">
            <a:extLst xmlns:a="http://schemas.openxmlformats.org/drawingml/2006/main">
              <a:ext uri="{FF2B5EF4-FFF2-40B4-BE49-F238E27FC236}">
                <a16:creationId xmlns:a16="http://schemas.microsoft.com/office/drawing/2014/main" id="{26002024-1864-4498-8EB5-F6711F71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3388179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C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2" name="outer-label-P43">
            <a:extLst xmlns:a="http://schemas.openxmlformats.org/drawingml/2006/main">
              <a:ext uri="{FF2B5EF4-FFF2-40B4-BE49-F238E27FC236}">
                <a16:creationId xmlns:a16="http://schemas.microsoft.com/office/drawing/2014/main" id="{DED505F6-6036-4D82-B79E-E1756656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61" y="3407229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H26</a:t>
            </a:r>
          </a:p>
        </p:txBody>
      </p:sp>
      <p:sp>
        <p:nvSpPr>
          <p:cNvPr id="73" name="outer-P44">
            <a:extLst xmlns:a="http://schemas.openxmlformats.org/drawingml/2006/main">
              <a:ext uri="{FF2B5EF4-FFF2-40B4-BE49-F238E27FC236}">
                <a16:creationId xmlns:a16="http://schemas.microsoft.com/office/drawing/2014/main" id="{DF0E45D0-A38F-42A2-B0B9-2855D2EE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3388179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2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4" name="outer-label-P44">
            <a:extLst xmlns:a="http://schemas.openxmlformats.org/drawingml/2006/main">
              <a:ext uri="{FF2B5EF4-FFF2-40B4-BE49-F238E27FC236}">
                <a16:creationId xmlns:a16="http://schemas.microsoft.com/office/drawing/2014/main" id="{9FCE6430-CDB1-49CE-A062-F5B94550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04" y="3407229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H25</a:t>
            </a:r>
          </a:p>
        </p:txBody>
      </p:sp>
      <p:sp>
        <p:nvSpPr>
          <p:cNvPr id="75" name="outer-P45">
            <a:extLst xmlns:a="http://schemas.openxmlformats.org/drawingml/2006/main">
              <a:ext uri="{FF2B5EF4-FFF2-40B4-BE49-F238E27FC236}">
                <a16:creationId xmlns:a16="http://schemas.microsoft.com/office/drawing/2014/main" id="{EFA1853B-7413-45DF-8A48-9820F536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3388179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D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6" name="outer-label-P45">
            <a:extLst xmlns:a="http://schemas.openxmlformats.org/drawingml/2006/main">
              <a:ext uri="{FF2B5EF4-FFF2-40B4-BE49-F238E27FC236}">
                <a16:creationId xmlns:a16="http://schemas.microsoft.com/office/drawing/2014/main" id="{3B98D6A3-FA03-4FC2-8D69-956E87CE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46" y="3407229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H24</a:t>
            </a:r>
          </a:p>
        </p:txBody>
      </p:sp>
      <p:sp>
        <p:nvSpPr>
          <p:cNvPr id="77" name="outer-P46">
            <a:extLst xmlns:a="http://schemas.openxmlformats.org/drawingml/2006/main">
              <a:ext uri="{FF2B5EF4-FFF2-40B4-BE49-F238E27FC236}">
                <a16:creationId xmlns:a16="http://schemas.microsoft.com/office/drawing/2014/main" id="{523AB62B-53B2-45F8-808B-17CC1B0C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3388179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8" name="outer-label-P46">
            <a:extLst xmlns:a="http://schemas.openxmlformats.org/drawingml/2006/main">
              <a:ext uri="{FF2B5EF4-FFF2-40B4-BE49-F238E27FC236}">
                <a16:creationId xmlns:a16="http://schemas.microsoft.com/office/drawing/2014/main" id="{BA5635BA-7F5E-4986-B194-DBCB0879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89" y="3407229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H23</a:t>
            </a:r>
          </a:p>
        </p:txBody>
      </p:sp>
      <p:sp>
        <p:nvSpPr>
          <p:cNvPr id="79" name="outer-P47">
            <a:extLst xmlns:a="http://schemas.openxmlformats.org/drawingml/2006/main">
              <a:ext uri="{FF2B5EF4-FFF2-40B4-BE49-F238E27FC236}">
                <a16:creationId xmlns:a16="http://schemas.microsoft.com/office/drawing/2014/main" id="{02CB63EB-5A9E-4528-B7F3-0CB03D1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3388179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3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0" name="outer-label-P47">
            <a:extLst xmlns:a="http://schemas.openxmlformats.org/drawingml/2006/main">
              <a:ext uri="{FF2B5EF4-FFF2-40B4-BE49-F238E27FC236}">
                <a16:creationId xmlns:a16="http://schemas.microsoft.com/office/drawing/2014/main" id="{6DF00CD3-6D5A-4FD2-AE33-36B7ADE3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32" y="3407229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H22</a:t>
            </a:r>
          </a:p>
        </p:txBody>
      </p:sp>
      <p:sp>
        <p:nvSpPr>
          <p:cNvPr id="81" name="outer-P51">
            <a:extLst xmlns:a="http://schemas.openxmlformats.org/drawingml/2006/main">
              <a:ext uri="{FF2B5EF4-FFF2-40B4-BE49-F238E27FC236}">
                <a16:creationId xmlns:a16="http://schemas.microsoft.com/office/drawing/2014/main" id="{C95BF6C3-CAEA-4B6C-8CD0-49D26476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88921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2" name="outer-label-P51">
            <a:extLst xmlns:a="http://schemas.openxmlformats.org/drawingml/2006/main">
              <a:ext uri="{FF2B5EF4-FFF2-40B4-BE49-F238E27FC236}">
                <a16:creationId xmlns:a16="http://schemas.microsoft.com/office/drawing/2014/main" id="{52815C29-63AD-413E-B21E-7DC06467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7971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83" name="outer-P52">
            <a:extLst xmlns:a="http://schemas.openxmlformats.org/drawingml/2006/main">
              <a:ext uri="{FF2B5EF4-FFF2-40B4-BE49-F238E27FC236}">
                <a16:creationId xmlns:a16="http://schemas.microsoft.com/office/drawing/2014/main" id="{A1ED1D79-8258-4F55-B4F1-9A5E1DAA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3888921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6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4" name="outer-label-P52">
            <a:extLst xmlns:a="http://schemas.openxmlformats.org/drawingml/2006/main">
              <a:ext uri="{FF2B5EF4-FFF2-40B4-BE49-F238E27FC236}">
                <a16:creationId xmlns:a16="http://schemas.microsoft.com/office/drawing/2014/main" id="{4E1F552E-B753-4F5A-8342-D4D46351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8" y="3907971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85" name="outer-P53">
            <a:extLst xmlns:a="http://schemas.openxmlformats.org/drawingml/2006/main">
              <a:ext uri="{FF2B5EF4-FFF2-40B4-BE49-F238E27FC236}">
                <a16:creationId xmlns:a16="http://schemas.microsoft.com/office/drawing/2014/main" id="{BE30D6FD-242F-4CF5-8B0C-0A4F2AEA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3888921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6" name="outer-label-P53">
            <a:extLst xmlns:a="http://schemas.openxmlformats.org/drawingml/2006/main">
              <a:ext uri="{FF2B5EF4-FFF2-40B4-BE49-F238E27FC236}">
                <a16:creationId xmlns:a16="http://schemas.microsoft.com/office/drawing/2014/main" id="{940B613E-B612-45AD-8B16-DA36B79C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61" y="3907971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87" name="outer-P54">
            <a:extLst xmlns:a="http://schemas.openxmlformats.org/drawingml/2006/main">
              <a:ext uri="{FF2B5EF4-FFF2-40B4-BE49-F238E27FC236}">
                <a16:creationId xmlns:a16="http://schemas.microsoft.com/office/drawing/2014/main" id="{5CB3A70F-B829-4F2F-A52E-2D6D3CAB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3888921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8" name="outer-label-P54">
            <a:extLst xmlns:a="http://schemas.openxmlformats.org/drawingml/2006/main">
              <a:ext uri="{FF2B5EF4-FFF2-40B4-BE49-F238E27FC236}">
                <a16:creationId xmlns:a16="http://schemas.microsoft.com/office/drawing/2014/main" id="{AA1191D8-5F25-44C9-A403-6CC7C916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04" y="3907971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89" name="outer-P55">
            <a:extLst xmlns:a="http://schemas.openxmlformats.org/drawingml/2006/main">
              <a:ext uri="{FF2B5EF4-FFF2-40B4-BE49-F238E27FC236}">
                <a16:creationId xmlns:a16="http://schemas.microsoft.com/office/drawing/2014/main" id="{56398ED1-9017-4DA5-BE7C-A77AB3D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3888921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0" name="outer-label-P55">
            <a:extLst xmlns:a="http://schemas.openxmlformats.org/drawingml/2006/main">
              <a:ext uri="{FF2B5EF4-FFF2-40B4-BE49-F238E27FC236}">
                <a16:creationId xmlns:a16="http://schemas.microsoft.com/office/drawing/2014/main" id="{666EDAE6-23B2-4DEC-887B-AB79065C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46" y="3907971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H6</a:t>
            </a:r>
          </a:p>
        </p:txBody>
      </p:sp>
      <p:sp>
        <p:nvSpPr>
          <p:cNvPr id="91" name="outer-P56">
            <a:extLst xmlns:a="http://schemas.openxmlformats.org/drawingml/2006/main">
              <a:ext uri="{FF2B5EF4-FFF2-40B4-BE49-F238E27FC236}">
                <a16:creationId xmlns:a16="http://schemas.microsoft.com/office/drawing/2014/main" id="{097AF6B9-6C35-4E35-B3B4-F4689563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3888921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2" name="outer-label-P56">
            <a:extLst xmlns:a="http://schemas.openxmlformats.org/drawingml/2006/main">
              <a:ext uri="{FF2B5EF4-FFF2-40B4-BE49-F238E27FC236}">
                <a16:creationId xmlns:a16="http://schemas.microsoft.com/office/drawing/2014/main" id="{DA8EEA41-148C-4D31-8AA4-DC3F37A3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89" y="3907971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H7</a:t>
            </a:r>
          </a:p>
        </p:txBody>
      </p:sp>
      <p:sp>
        <p:nvSpPr>
          <p:cNvPr id="93" name="outer-P57">
            <a:extLst xmlns:a="http://schemas.openxmlformats.org/drawingml/2006/main">
              <a:ext uri="{FF2B5EF4-FFF2-40B4-BE49-F238E27FC236}">
                <a16:creationId xmlns:a16="http://schemas.microsoft.com/office/drawing/2014/main" id="{22FA0AFD-4081-4146-8EA6-7B3563A1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3888921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4" name="outer-label-P57">
            <a:extLst xmlns:a="http://schemas.openxmlformats.org/drawingml/2006/main">
              <a:ext uri="{FF2B5EF4-FFF2-40B4-BE49-F238E27FC236}">
                <a16:creationId xmlns:a16="http://schemas.microsoft.com/office/drawing/2014/main" id="{7BA8C143-BB3B-405A-827B-A42FAD73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32" y="3907971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H8</a:t>
            </a:r>
          </a:p>
        </p:txBody>
      </p:sp>
      <p:sp>
        <p:nvSpPr>
          <p:cNvPr id="95" name="outer-P61">
            <a:extLst xmlns:a="http://schemas.openxmlformats.org/drawingml/2006/main">
              <a:ext uri="{FF2B5EF4-FFF2-40B4-BE49-F238E27FC236}">
                <a16:creationId xmlns:a16="http://schemas.microsoft.com/office/drawing/2014/main" id="{38CFBF8F-4B58-4B9E-9D51-05BC19C6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89664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7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6" name="outer-label-P61">
            <a:extLst xmlns:a="http://schemas.openxmlformats.org/drawingml/2006/main">
              <a:ext uri="{FF2B5EF4-FFF2-40B4-BE49-F238E27FC236}">
                <a16:creationId xmlns:a16="http://schemas.microsoft.com/office/drawing/2014/main" id="{1306760A-E1D8-4BFE-85C1-AA06B435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08714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H15</a:t>
            </a:r>
          </a:p>
        </p:txBody>
      </p:sp>
      <p:sp>
        <p:nvSpPr>
          <p:cNvPr id="97" name="outer-P62">
            <a:extLst xmlns:a="http://schemas.openxmlformats.org/drawingml/2006/main">
              <a:ext uri="{FF2B5EF4-FFF2-40B4-BE49-F238E27FC236}">
                <a16:creationId xmlns:a16="http://schemas.microsoft.com/office/drawing/2014/main" id="{FBF4A52E-E708-4A3E-803F-8D63B2F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4389664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8" name="outer-label-P62">
            <a:extLst xmlns:a="http://schemas.openxmlformats.org/drawingml/2006/main">
              <a:ext uri="{FF2B5EF4-FFF2-40B4-BE49-F238E27FC236}">
                <a16:creationId xmlns:a16="http://schemas.microsoft.com/office/drawing/2014/main" id="{F127374C-64A5-4F3D-A59F-5649C0DC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8" y="4408714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H14</a:t>
            </a:r>
          </a:p>
        </p:txBody>
      </p:sp>
      <p:sp>
        <p:nvSpPr>
          <p:cNvPr id="99" name="outer-P63">
            <a:extLst xmlns:a="http://schemas.openxmlformats.org/drawingml/2006/main">
              <a:ext uri="{FF2B5EF4-FFF2-40B4-BE49-F238E27FC236}">
                <a16:creationId xmlns:a16="http://schemas.microsoft.com/office/drawing/2014/main" id="{06A5C615-BC2F-403A-96DF-BA58B370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4389664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3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0" name="outer-label-P63">
            <a:extLst xmlns:a="http://schemas.openxmlformats.org/drawingml/2006/main">
              <a:ext uri="{FF2B5EF4-FFF2-40B4-BE49-F238E27FC236}">
                <a16:creationId xmlns:a16="http://schemas.microsoft.com/office/drawing/2014/main" id="{499130DD-4C71-44D1-A3C9-F0164CC6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61" y="4408714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H13</a:t>
            </a:r>
          </a:p>
        </p:txBody>
      </p:sp>
      <p:sp>
        <p:nvSpPr>
          <p:cNvPr id="101" name="outer-P64">
            <a:extLst xmlns:a="http://schemas.openxmlformats.org/drawingml/2006/main">
              <a:ext uri="{FF2B5EF4-FFF2-40B4-BE49-F238E27FC236}">
                <a16:creationId xmlns:a16="http://schemas.microsoft.com/office/drawing/2014/main" id="{3270648C-D397-4D88-A5FB-966A3084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4389664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C6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2" name="outer-label-P64">
            <a:extLst xmlns:a="http://schemas.openxmlformats.org/drawingml/2006/main">
              <a:ext uri="{FF2B5EF4-FFF2-40B4-BE49-F238E27FC236}">
                <a16:creationId xmlns:a16="http://schemas.microsoft.com/office/drawing/2014/main" id="{F7EA16D6-B3F3-46C2-B3A0-52AAA3E9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04" y="4408714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H12</a:t>
            </a:r>
          </a:p>
        </p:txBody>
      </p:sp>
      <p:sp>
        <p:nvSpPr>
          <p:cNvPr id="103" name="outer-P65">
            <a:extLst xmlns:a="http://schemas.openxmlformats.org/drawingml/2006/main">
              <a:ext uri="{FF2B5EF4-FFF2-40B4-BE49-F238E27FC236}">
                <a16:creationId xmlns:a16="http://schemas.microsoft.com/office/drawing/2014/main" id="{80879958-A80A-4FDB-B3DC-CEB3E07B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4389664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0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4" name="outer-label-P65">
            <a:extLst xmlns:a="http://schemas.openxmlformats.org/drawingml/2006/main">
              <a:ext uri="{FF2B5EF4-FFF2-40B4-BE49-F238E27FC236}">
                <a16:creationId xmlns:a16="http://schemas.microsoft.com/office/drawing/2014/main" id="{54EFA091-5FB8-4837-A489-C6B5EA80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46" y="4408714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H11</a:t>
            </a:r>
          </a:p>
        </p:txBody>
      </p:sp>
      <p:sp>
        <p:nvSpPr>
          <p:cNvPr id="105" name="outer-P66">
            <a:extLst xmlns:a="http://schemas.openxmlformats.org/drawingml/2006/main">
              <a:ext uri="{FF2B5EF4-FFF2-40B4-BE49-F238E27FC236}">
                <a16:creationId xmlns:a16="http://schemas.microsoft.com/office/drawing/2014/main" id="{C281136B-8157-40F7-ACEA-C7137362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4389664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A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6" name="outer-label-P66">
            <a:extLst xmlns:a="http://schemas.openxmlformats.org/drawingml/2006/main">
              <a:ext uri="{FF2B5EF4-FFF2-40B4-BE49-F238E27FC236}">
                <a16:creationId xmlns:a16="http://schemas.microsoft.com/office/drawing/2014/main" id="{F5D4EC22-C635-4517-8CC1-235A8288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89" y="4408714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H10</a:t>
            </a:r>
          </a:p>
        </p:txBody>
      </p:sp>
      <p:sp>
        <p:nvSpPr>
          <p:cNvPr id="107" name="outer-P67">
            <a:extLst xmlns:a="http://schemas.openxmlformats.org/drawingml/2006/main">
              <a:ext uri="{FF2B5EF4-FFF2-40B4-BE49-F238E27FC236}">
                <a16:creationId xmlns:a16="http://schemas.microsoft.com/office/drawing/2014/main" id="{CF9C1D8A-5C19-40F0-83C9-C3C1D5C4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4389664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E4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8" name="outer-label-P67">
            <a:extLst xmlns:a="http://schemas.openxmlformats.org/drawingml/2006/main">
              <a:ext uri="{FF2B5EF4-FFF2-40B4-BE49-F238E27FC236}">
                <a16:creationId xmlns:a16="http://schemas.microsoft.com/office/drawing/2014/main" id="{24298B48-E96E-4D5A-8865-A8769684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32" y="4408714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H9</a:t>
            </a:r>
          </a:p>
        </p:txBody>
      </p:sp>
      <p:sp>
        <p:nvSpPr>
          <p:cNvPr id="109" name="outer-P71">
            <a:extLst xmlns:a="http://schemas.openxmlformats.org/drawingml/2006/main">
              <a:ext uri="{FF2B5EF4-FFF2-40B4-BE49-F238E27FC236}">
                <a16:creationId xmlns:a16="http://schemas.microsoft.com/office/drawing/2014/main" id="{0A9E88D7-6E64-4112-9AEB-9808F1F8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90407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0" name="outer-label-P71">
            <a:extLst xmlns:a="http://schemas.openxmlformats.org/drawingml/2006/main">
              <a:ext uri="{FF2B5EF4-FFF2-40B4-BE49-F238E27FC236}">
                <a16:creationId xmlns:a16="http://schemas.microsoft.com/office/drawing/2014/main" id="{18206F89-B0CD-4C3D-8A95-9C51F681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9457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H16</a:t>
            </a:r>
          </a:p>
        </p:txBody>
      </p:sp>
      <p:sp>
        <p:nvSpPr>
          <p:cNvPr id="111" name="outer-P72">
            <a:extLst xmlns:a="http://schemas.openxmlformats.org/drawingml/2006/main">
              <a:ext uri="{FF2B5EF4-FFF2-40B4-BE49-F238E27FC236}">
                <a16:creationId xmlns:a16="http://schemas.microsoft.com/office/drawing/2014/main" id="{88BB1944-5C40-4510-BCB6-CA92172D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4890407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C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2" name="outer-label-P72">
            <a:extLst xmlns:a="http://schemas.openxmlformats.org/drawingml/2006/main">
              <a:ext uri="{FF2B5EF4-FFF2-40B4-BE49-F238E27FC236}">
                <a16:creationId xmlns:a16="http://schemas.microsoft.com/office/drawing/2014/main" id="{45CFA064-BE64-47E2-A149-19C154E6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8" y="4909457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H17</a:t>
            </a:r>
          </a:p>
        </p:txBody>
      </p:sp>
      <p:sp>
        <p:nvSpPr>
          <p:cNvPr id="113" name="outer-P73">
            <a:extLst xmlns:a="http://schemas.openxmlformats.org/drawingml/2006/main">
              <a:ext uri="{FF2B5EF4-FFF2-40B4-BE49-F238E27FC236}">
                <a16:creationId xmlns:a16="http://schemas.microsoft.com/office/drawing/2014/main" id="{3FF548DB-42E5-4FBE-A304-DDC3C4CC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4890407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4" name="outer-label-P73">
            <a:extLst xmlns:a="http://schemas.openxmlformats.org/drawingml/2006/main">
              <a:ext uri="{FF2B5EF4-FFF2-40B4-BE49-F238E27FC236}">
                <a16:creationId xmlns:a16="http://schemas.microsoft.com/office/drawing/2014/main" id="{F2927F45-D68C-4BBD-910F-BA90B49A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61" y="4909457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H18</a:t>
            </a:r>
          </a:p>
        </p:txBody>
      </p:sp>
      <p:sp>
        <p:nvSpPr>
          <p:cNvPr id="115" name="outer-P74">
            <a:extLst xmlns:a="http://schemas.openxmlformats.org/drawingml/2006/main">
              <a:ext uri="{FF2B5EF4-FFF2-40B4-BE49-F238E27FC236}">
                <a16:creationId xmlns:a16="http://schemas.microsoft.com/office/drawing/2014/main" id="{58F07F65-0662-4238-AFD8-AC3C6B13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4890407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6" name="outer-label-P74">
            <a:extLst xmlns:a="http://schemas.openxmlformats.org/drawingml/2006/main">
              <a:ext uri="{FF2B5EF4-FFF2-40B4-BE49-F238E27FC236}">
                <a16:creationId xmlns:a16="http://schemas.microsoft.com/office/drawing/2014/main" id="{8EE2BC36-23FB-47E7-B655-22CEA6C2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04" y="4909457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H19</a:t>
            </a:r>
          </a:p>
        </p:txBody>
      </p:sp>
      <p:sp>
        <p:nvSpPr>
          <p:cNvPr id="117" name="outer-P75">
            <a:extLst xmlns:a="http://schemas.openxmlformats.org/drawingml/2006/main">
              <a:ext uri="{FF2B5EF4-FFF2-40B4-BE49-F238E27FC236}">
                <a16:creationId xmlns:a16="http://schemas.microsoft.com/office/drawing/2014/main" id="{7857A594-0E17-4284-80AF-85E7F5BF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4890407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8" name="outer-label-P75">
            <a:extLst xmlns:a="http://schemas.openxmlformats.org/drawingml/2006/main">
              <a:ext uri="{FF2B5EF4-FFF2-40B4-BE49-F238E27FC236}">
                <a16:creationId xmlns:a16="http://schemas.microsoft.com/office/drawing/2014/main" id="{05BC6456-155A-4823-A007-E8332D43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46" y="4909457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H20</a:t>
            </a:r>
          </a:p>
        </p:txBody>
      </p:sp>
      <p:sp>
        <p:nvSpPr>
          <p:cNvPr id="119" name="outer-P76">
            <a:extLst xmlns:a="http://schemas.openxmlformats.org/drawingml/2006/main">
              <a:ext uri="{FF2B5EF4-FFF2-40B4-BE49-F238E27FC236}">
                <a16:creationId xmlns:a16="http://schemas.microsoft.com/office/drawing/2014/main" id="{15A36691-C547-44AE-8991-70DF74D3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4890407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20" name="outer-label-P76">
            <a:extLst xmlns:a="http://schemas.openxmlformats.org/drawingml/2006/main">
              <a:ext uri="{FF2B5EF4-FFF2-40B4-BE49-F238E27FC236}">
                <a16:creationId xmlns:a16="http://schemas.microsoft.com/office/drawing/2014/main" id="{5333E110-5B6E-4E47-B7A5-946CCA9A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89" y="4909457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H21</a:t>
            </a:r>
          </a:p>
        </p:txBody>
      </p:sp>
      <p:sp>
        <p:nvSpPr>
          <p:cNvPr id="121" name="outer-P77">
            <a:extLst xmlns:a="http://schemas.openxmlformats.org/drawingml/2006/main">
              <a:ext uri="{FF2B5EF4-FFF2-40B4-BE49-F238E27FC236}">
                <a16:creationId xmlns:a16="http://schemas.microsoft.com/office/drawing/2014/main" id="{8FE1D720-417F-419C-A1B5-9AED4646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4890407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3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22" name="outer-label-P77">
            <a:extLst xmlns:a="http://schemas.openxmlformats.org/drawingml/2006/main">
              <a:ext uri="{FF2B5EF4-FFF2-40B4-BE49-F238E27FC236}">
                <a16:creationId xmlns:a16="http://schemas.microsoft.com/office/drawing/2014/main" id="{BCECE84B-F675-4CD7-953B-D4051571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32" y="4909457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H22</a:t>
            </a:r>
          </a:p>
        </p:txBody>
      </p:sp>
      <p:sp>
        <p:nvSpPr>
          <p:cNvPr id="123" name="outer-frequency-note">
            <a:extLst xmlns:a="http://schemas.openxmlformats.org/drawingml/2006/main">
              <a:ext uri="{FF2B5EF4-FFF2-40B4-BE49-F238E27FC236}">
                <a16:creationId xmlns:a16="http://schemas.microsoft.com/office/drawing/2014/main" id="{936AFD45-55C3-4019-AA0C-005DC5C9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Hₖ决定该宏格使用的距离/方位调制频率</a:t>
            </a:r>
          </a:p>
        </p:txBody>
      </p:sp>
      <p:sp>
        <p:nvSpPr>
          <p:cNvPr id="124" name="inner-delay-panel">
            <a:extLst xmlns:a="http://schemas.openxmlformats.org/drawingml/2006/main">
              <a:ext uri="{FF2B5EF4-FFF2-40B4-BE49-F238E27FC236}">
                <a16:creationId xmlns:a16="http://schemas.microsoft.com/office/drawing/2014/main" id="{B35E8D86-8F26-4606-87C6-696F2479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333500"/>
            <a:ext cx="2857500" cy="4533900"/>
          </a:xfrm>
          <a:prstGeom xmlns:a="http://schemas.openxmlformats.org/drawingml/2006/main" prst="roundRect">
            <a:avLst>
              <a:gd name="adj" fmla="val 2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25" name="inner-delay-title">
            <a:extLst xmlns:a="http://schemas.openxmlformats.org/drawingml/2006/main">
              <a:ext uri="{FF2B5EF4-FFF2-40B4-BE49-F238E27FC236}">
                <a16:creationId xmlns:a16="http://schemas.microsoft.com/office/drawing/2014/main" id="{F22DAA85-D902-47DE-BE52-2C0036E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09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② 任取一个Pᵣ꜀：内部4×4时延</a:t>
            </a:r>
          </a:p>
        </p:txBody>
      </p:sp>
      <p:sp>
        <p:nvSpPr>
          <p:cNvPr id="126" name="inner-col-1">
            <a:extLst xmlns:a="http://schemas.openxmlformats.org/drawingml/2006/main">
              <a:ext uri="{FF2B5EF4-FFF2-40B4-BE49-F238E27FC236}">
                <a16:creationId xmlns:a16="http://schemas.microsoft.com/office/drawing/2014/main" id="{96D6BA51-11A3-4BBD-80C8-F658879B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A1</a:t>
            </a:r>
          </a:p>
        </p:txBody>
      </p:sp>
      <p:sp>
        <p:nvSpPr>
          <p:cNvPr id="127" name="inner-col-2">
            <a:extLst xmlns:a="http://schemas.openxmlformats.org/drawingml/2006/main">
              <a:ext uri="{FF2B5EF4-FFF2-40B4-BE49-F238E27FC236}">
                <a16:creationId xmlns:a16="http://schemas.microsoft.com/office/drawing/2014/main" id="{A923F4B3-CDC7-4129-A9F6-13CA49F9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A2</a:t>
            </a:r>
          </a:p>
        </p:txBody>
      </p:sp>
      <p:sp>
        <p:nvSpPr>
          <p:cNvPr id="128" name="inner-col-3">
            <a:extLst xmlns:a="http://schemas.openxmlformats.org/drawingml/2006/main">
              <a:ext uri="{FF2B5EF4-FFF2-40B4-BE49-F238E27FC236}">
                <a16:creationId xmlns:a16="http://schemas.microsoft.com/office/drawing/2014/main" id="{C09E5EE2-17F0-41AD-9D91-D343AA6A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  <p:sp>
        <p:nvSpPr>
          <p:cNvPr id="129" name="inner-col-4">
            <a:extLst xmlns:a="http://schemas.openxmlformats.org/drawingml/2006/main">
              <a:ext uri="{FF2B5EF4-FFF2-40B4-BE49-F238E27FC236}">
                <a16:creationId xmlns:a16="http://schemas.microsoft.com/office/drawing/2014/main" id="{2AF3D3FA-1FC6-49A8-A4E1-F39DAF44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A4</a:t>
            </a:r>
          </a:p>
        </p:txBody>
      </p:sp>
      <p:sp>
        <p:nvSpPr>
          <p:cNvPr id="130" name="inner-row-1">
            <a:extLst xmlns:a="http://schemas.openxmlformats.org/drawingml/2006/main">
              <a:ext uri="{FF2B5EF4-FFF2-40B4-BE49-F238E27FC236}">
                <a16:creationId xmlns:a16="http://schemas.microsoft.com/office/drawing/2014/main" id="{B1CE862E-8C30-474B-A9F4-BD71BA9D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R1</a:t>
            </a:r>
          </a:p>
        </p:txBody>
      </p:sp>
      <p:sp>
        <p:nvSpPr>
          <p:cNvPr id="131" name="inner-row-2">
            <a:extLst xmlns:a="http://schemas.openxmlformats.org/drawingml/2006/main">
              <a:ext uri="{FF2B5EF4-FFF2-40B4-BE49-F238E27FC236}">
                <a16:creationId xmlns:a16="http://schemas.microsoft.com/office/drawing/2014/main" id="{50D13B26-7724-42C6-852C-EE3B9FFB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90788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R2</a:t>
            </a:r>
          </a:p>
        </p:txBody>
      </p:sp>
      <p:sp>
        <p:nvSpPr>
          <p:cNvPr id="132" name="inner-row-3">
            <a:extLst xmlns:a="http://schemas.openxmlformats.org/drawingml/2006/main">
              <a:ext uri="{FF2B5EF4-FFF2-40B4-BE49-F238E27FC236}">
                <a16:creationId xmlns:a16="http://schemas.microsoft.com/office/drawing/2014/main" id="{5FD08F7C-1EFD-4F0E-A6FA-E182E2B2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95625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R3</a:t>
            </a:r>
          </a:p>
        </p:txBody>
      </p:sp>
      <p:sp>
        <p:nvSpPr>
          <p:cNvPr id="133" name="inner-row-4">
            <a:extLst xmlns:a="http://schemas.openxmlformats.org/drawingml/2006/main">
              <a:ext uri="{FF2B5EF4-FFF2-40B4-BE49-F238E27FC236}">
                <a16:creationId xmlns:a16="http://schemas.microsoft.com/office/drawing/2014/main" id="{9D9484CF-5E5B-4EFC-9E38-5E4814D8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00463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R4</a:t>
            </a:r>
          </a:p>
        </p:txBody>
      </p:sp>
      <p:sp>
        <p:nvSpPr>
          <p:cNvPr id="134" name="inner-P11">
            <a:extLst xmlns:a="http://schemas.openxmlformats.org/drawingml/2006/main">
              <a:ext uri="{FF2B5EF4-FFF2-40B4-BE49-F238E27FC236}">
                <a16:creationId xmlns:a16="http://schemas.microsoft.com/office/drawing/2014/main" id="{75A4AE64-2C0D-49C4-B1EA-B7B123F3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35" name="inner-label-P11">
            <a:extLst xmlns:a="http://schemas.openxmlformats.org/drawingml/2006/main">
              <a:ext uri="{FF2B5EF4-FFF2-40B4-BE49-F238E27FC236}">
                <a16:creationId xmlns:a16="http://schemas.microsoft.com/office/drawing/2014/main" id="{B3074468-B6C3-435C-BE8F-4D9BFE08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P11</a:t>
            </a:r>
          </a:p>
          <a:p xmlns:a="http://schemas.openxmlformats.org/drawingml/2006/main">
            <a:pPr algn="ctr">
              <a:def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36" name="inner-P12">
            <a:extLst xmlns:a="http://schemas.openxmlformats.org/drawingml/2006/main">
              <a:ext uri="{FF2B5EF4-FFF2-40B4-BE49-F238E27FC236}">
                <a16:creationId xmlns:a16="http://schemas.microsoft.com/office/drawing/2014/main" id="{03CFF528-1D4E-44F3-83F1-660C88D2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37" name="inner-label-P12">
            <a:extLst xmlns:a="http://schemas.openxmlformats.org/drawingml/2006/main">
              <a:ext uri="{FF2B5EF4-FFF2-40B4-BE49-F238E27FC236}">
                <a16:creationId xmlns:a16="http://schemas.microsoft.com/office/drawing/2014/main" id="{D2FC4172-8201-4C38-873D-EB1C4DB8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38" name="inner-P13">
            <a:extLst xmlns:a="http://schemas.openxmlformats.org/drawingml/2006/main">
              <a:ext uri="{FF2B5EF4-FFF2-40B4-BE49-F238E27FC236}">
                <a16:creationId xmlns:a16="http://schemas.microsoft.com/office/drawing/2014/main" id="{FAADB7F5-1FC2-44B9-9014-73751C43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39" name="inner-label-P13">
            <a:extLst xmlns:a="http://schemas.openxmlformats.org/drawingml/2006/main">
              <a:ext uri="{FF2B5EF4-FFF2-40B4-BE49-F238E27FC236}">
                <a16:creationId xmlns:a16="http://schemas.microsoft.com/office/drawing/2014/main" id="{4173CC58-F073-42F2-9EE9-E08BEFF6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40" name="inner-P14">
            <a:extLst xmlns:a="http://schemas.openxmlformats.org/drawingml/2006/main">
              <a:ext uri="{FF2B5EF4-FFF2-40B4-BE49-F238E27FC236}">
                <a16:creationId xmlns:a16="http://schemas.microsoft.com/office/drawing/2014/main" id="{1DBF1F2C-5E11-4636-BD12-FB7024AA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1" name="inner-label-P14">
            <a:extLst xmlns:a="http://schemas.openxmlformats.org/drawingml/2006/main">
              <a:ext uri="{FF2B5EF4-FFF2-40B4-BE49-F238E27FC236}">
                <a16:creationId xmlns:a16="http://schemas.microsoft.com/office/drawing/2014/main" id="{E60C70FD-B8B8-46E0-942B-30BAC601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42" name="inner-P21">
            <a:extLst xmlns:a="http://schemas.openxmlformats.org/drawingml/2006/main">
              <a:ext uri="{FF2B5EF4-FFF2-40B4-BE49-F238E27FC236}">
                <a16:creationId xmlns:a16="http://schemas.microsoft.com/office/drawing/2014/main" id="{3CD1AA94-5B7E-4A3A-BE7F-C1304910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3" name="inner-label-P21">
            <a:extLst xmlns:a="http://schemas.openxmlformats.org/drawingml/2006/main">
              <a:ext uri="{FF2B5EF4-FFF2-40B4-BE49-F238E27FC236}">
                <a16:creationId xmlns:a16="http://schemas.microsoft.com/office/drawing/2014/main" id="{42FE09D4-3295-4641-A9D3-048CCC51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P21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44" name="inner-P22">
            <a:extLst xmlns:a="http://schemas.openxmlformats.org/drawingml/2006/main">
              <a:ext uri="{FF2B5EF4-FFF2-40B4-BE49-F238E27FC236}">
                <a16:creationId xmlns:a16="http://schemas.microsoft.com/office/drawing/2014/main" id="{97602A2A-0C79-4F3E-8CE0-8531BA7C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5" name="inner-label-P22">
            <a:extLst xmlns:a="http://schemas.openxmlformats.org/drawingml/2006/main">
              <a:ext uri="{FF2B5EF4-FFF2-40B4-BE49-F238E27FC236}">
                <a16:creationId xmlns:a16="http://schemas.microsoft.com/office/drawing/2014/main" id="{741E4326-4657-4E79-BDF4-C900DB18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46" name="inner-P23">
            <a:extLst xmlns:a="http://schemas.openxmlformats.org/drawingml/2006/main">
              <a:ext uri="{FF2B5EF4-FFF2-40B4-BE49-F238E27FC236}">
                <a16:creationId xmlns:a16="http://schemas.microsoft.com/office/drawing/2014/main" id="{0D1A510E-C7CD-4A92-A8E4-CC3691FB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7" name="inner-label-P23">
            <a:extLst xmlns:a="http://schemas.openxmlformats.org/drawingml/2006/main">
              <a:ext uri="{FF2B5EF4-FFF2-40B4-BE49-F238E27FC236}">
                <a16:creationId xmlns:a16="http://schemas.microsoft.com/office/drawing/2014/main" id="{E70AE615-3D19-4A87-9B83-11D940E8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48" name="inner-P24">
            <a:extLst xmlns:a="http://schemas.openxmlformats.org/drawingml/2006/main">
              <a:ext uri="{FF2B5EF4-FFF2-40B4-BE49-F238E27FC236}">
                <a16:creationId xmlns:a16="http://schemas.microsoft.com/office/drawing/2014/main" id="{CFA04DF3-CB57-4636-8C06-18EDEA78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9" name="inner-label-P24">
            <a:extLst xmlns:a="http://schemas.openxmlformats.org/drawingml/2006/main">
              <a:ext uri="{FF2B5EF4-FFF2-40B4-BE49-F238E27FC236}">
                <a16:creationId xmlns:a16="http://schemas.microsoft.com/office/drawing/2014/main" id="{26C51D51-D57A-4317-8F8D-D414E35B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50" name="inner-P31">
            <a:extLst xmlns:a="http://schemas.openxmlformats.org/drawingml/2006/main">
              <a:ext uri="{FF2B5EF4-FFF2-40B4-BE49-F238E27FC236}">
                <a16:creationId xmlns:a16="http://schemas.microsoft.com/office/drawing/2014/main" id="{587031E6-8CC3-4A2B-8147-BA5AC33F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1" name="inner-label-P31">
            <a:extLst xmlns:a="http://schemas.openxmlformats.org/drawingml/2006/main">
              <a:ext uri="{FF2B5EF4-FFF2-40B4-BE49-F238E27FC236}">
                <a16:creationId xmlns:a16="http://schemas.microsoft.com/office/drawing/2014/main" id="{F19FC75C-11E0-4C18-A057-C4C19EA3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P31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52" name="inner-P32">
            <a:extLst xmlns:a="http://schemas.openxmlformats.org/drawingml/2006/main">
              <a:ext uri="{FF2B5EF4-FFF2-40B4-BE49-F238E27FC236}">
                <a16:creationId xmlns:a16="http://schemas.microsoft.com/office/drawing/2014/main" id="{CDC5181B-DF0C-4C34-8365-CF2B2757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3" name="inner-label-P32">
            <a:extLst xmlns:a="http://schemas.openxmlformats.org/drawingml/2006/main">
              <a:ext uri="{FF2B5EF4-FFF2-40B4-BE49-F238E27FC236}">
                <a16:creationId xmlns:a16="http://schemas.microsoft.com/office/drawing/2014/main" id="{D5275110-F518-42F3-856E-B6ED220C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54" name="inner-P33">
            <a:extLst xmlns:a="http://schemas.openxmlformats.org/drawingml/2006/main">
              <a:ext uri="{FF2B5EF4-FFF2-40B4-BE49-F238E27FC236}">
                <a16:creationId xmlns:a16="http://schemas.microsoft.com/office/drawing/2014/main" id="{D3C756F1-A6DE-4918-AFC0-7C72764C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5" name="inner-label-P33">
            <a:extLst xmlns:a="http://schemas.openxmlformats.org/drawingml/2006/main">
              <a:ext uri="{FF2B5EF4-FFF2-40B4-BE49-F238E27FC236}">
                <a16:creationId xmlns:a16="http://schemas.microsoft.com/office/drawing/2014/main" id="{D107E2D5-BDBC-4006-8C8B-41825C82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56" name="inner-P34">
            <a:extLst xmlns:a="http://schemas.openxmlformats.org/drawingml/2006/main">
              <a:ext uri="{FF2B5EF4-FFF2-40B4-BE49-F238E27FC236}">
                <a16:creationId xmlns:a16="http://schemas.microsoft.com/office/drawing/2014/main" id="{7ED011A2-2D14-4214-9104-7BFF1AB4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7" name="inner-label-P34">
            <a:extLst xmlns:a="http://schemas.openxmlformats.org/drawingml/2006/main">
              <a:ext uri="{FF2B5EF4-FFF2-40B4-BE49-F238E27FC236}">
                <a16:creationId xmlns:a16="http://schemas.microsoft.com/office/drawing/2014/main" id="{76351E87-B030-4E40-A068-ECFFD518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58" name="inner-P41">
            <a:extLst xmlns:a="http://schemas.openxmlformats.org/drawingml/2006/main">
              <a:ext uri="{FF2B5EF4-FFF2-40B4-BE49-F238E27FC236}">
                <a16:creationId xmlns:a16="http://schemas.microsoft.com/office/drawing/2014/main" id="{F9A92233-0D2F-4619-AD8E-C4F0D895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9" name="inner-label-P41">
            <a:extLst xmlns:a="http://schemas.openxmlformats.org/drawingml/2006/main">
              <a:ext uri="{FF2B5EF4-FFF2-40B4-BE49-F238E27FC236}">
                <a16:creationId xmlns:a16="http://schemas.microsoft.com/office/drawing/2014/main" id="{E6966240-6B91-4E88-BBBD-0846B021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P41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60" name="inner-P42">
            <a:extLst xmlns:a="http://schemas.openxmlformats.org/drawingml/2006/main">
              <a:ext uri="{FF2B5EF4-FFF2-40B4-BE49-F238E27FC236}">
                <a16:creationId xmlns:a16="http://schemas.microsoft.com/office/drawing/2014/main" id="{E020D87B-2E18-44CB-AAE6-6EA00156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1" name="inner-label-P42">
            <a:extLst xmlns:a="http://schemas.openxmlformats.org/drawingml/2006/main">
              <a:ext uri="{FF2B5EF4-FFF2-40B4-BE49-F238E27FC236}">
                <a16:creationId xmlns:a16="http://schemas.microsoft.com/office/drawing/2014/main" id="{49643CD2-E952-4DCD-88C7-7A003B11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62" name="inner-P43">
            <a:extLst xmlns:a="http://schemas.openxmlformats.org/drawingml/2006/main">
              <a:ext uri="{FF2B5EF4-FFF2-40B4-BE49-F238E27FC236}">
                <a16:creationId xmlns:a16="http://schemas.microsoft.com/office/drawing/2014/main" id="{BC52B74A-7B3F-44E7-8058-CEC606B4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3" name="inner-label-P43">
            <a:extLst xmlns:a="http://schemas.openxmlformats.org/drawingml/2006/main">
              <a:ext uri="{FF2B5EF4-FFF2-40B4-BE49-F238E27FC236}">
                <a16:creationId xmlns:a16="http://schemas.microsoft.com/office/drawing/2014/main" id="{F845588E-6B60-4478-8C38-97578F3E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64" name="inner-P44">
            <a:extLst xmlns:a="http://schemas.openxmlformats.org/drawingml/2006/main">
              <a:ext uri="{FF2B5EF4-FFF2-40B4-BE49-F238E27FC236}">
                <a16:creationId xmlns:a16="http://schemas.microsoft.com/office/drawing/2014/main" id="{88FE2242-EFC6-4607-8B59-D3DDD353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5" name="inner-label-P44">
            <a:extLst xmlns:a="http://schemas.openxmlformats.org/drawingml/2006/main">
              <a:ext uri="{FF2B5EF4-FFF2-40B4-BE49-F238E27FC236}">
                <a16:creationId xmlns:a16="http://schemas.microsoft.com/office/drawing/2014/main" id="{8F1B5598-30D4-4D38-AD0D-2441F586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66" name="inner-delay-note">
            <a:extLst xmlns:a="http://schemas.openxmlformats.org/drawingml/2006/main">
              <a:ext uri="{FF2B5EF4-FFF2-40B4-BE49-F238E27FC236}">
                <a16:creationId xmlns:a16="http://schemas.microsoft.com/office/drawing/2014/main" id="{60D74BBE-C084-4A1B-8140-38FE3834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24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5CE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C5CE0"/>
                </a:solidFill>
                <a:latin typeface="PingFang SC"/>
                <a:ea typeface="PingFang SC"/>
                <a:cs typeface="PingFang SC"/>
              </a:rPr>
              <a:t>实际时延：tᵣ=dᵣTᵣ，tₐ=dₐTₐ</a:t>
            </a:r>
          </a:p>
        </p:txBody>
      </p:sp>
      <p:sp>
        <p:nvSpPr>
          <p:cNvPr id="167" name="sar-panel">
            <a:extLst xmlns:a="http://schemas.openxmlformats.org/drawingml/2006/main">
              <a:ext uri="{FF2B5EF4-FFF2-40B4-BE49-F238E27FC236}">
                <a16:creationId xmlns:a16="http://schemas.microsoft.com/office/drawing/2014/main" id="{D0C8BF9C-82BC-4316-B08B-D92EB933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333500"/>
            <a:ext cx="3848100" cy="4533900"/>
          </a:xfrm>
          <a:prstGeom xmlns:a="http://schemas.openxmlformats.org/drawingml/2006/main" prst="roundRect">
            <a:avLst>
              <a:gd name="adj" fmla="val 198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68" name="sar-panel-title">
            <a:extLst xmlns:a="http://schemas.openxmlformats.org/drawingml/2006/main">
              <a:ext uri="{FF2B5EF4-FFF2-40B4-BE49-F238E27FC236}">
                <a16:creationId xmlns:a16="http://schemas.microsoft.com/office/drawing/2014/main" id="{1A13C672-808A-4C46-B617-0AA22038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097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③ 完整原始回波RD结果</a:t>
            </a:r>
          </a:p>
        </p:txBody>
      </p:sp>
      <p:pic>
        <p:nvPicPr>
          <p:cNvPr id="3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83d04eb134551"/>
          <a:stretch xmlns:a="http://schemas.openxmlformats.org/drawingml/2006/main"/>
        </p:blipFill>
        <p:spPr>
          <a:xfrm xmlns:a="http://schemas.openxmlformats.org/drawingml/2006/main">
            <a:off x="8020050" y="2000752"/>
            <a:ext cx="3695700" cy="35232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2829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3639B-15EC-41F6-A611-EA14F7F4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手机手绘 → 超表面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4E8F4-CB13-4C7E-BBC3-51EB817E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任意形状②：同一块7×7阵列重新编程即可切换为箭头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4CFC3-9731-4B70-B16D-0A91E991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6A5E3-77AC-4EF6-8C21-D59BA3E0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446E1-7500-4024-827A-A98EFB17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外层7×7宏格逐格给出Pᵣ꜀与Hₖ；每个Pᵣ꜀内部都严格重复中间4×4的(dᵣ,dₐ)时延矩阵。</a:t>
            </a:r>
          </a:p>
        </p:txBody>
      </p:sp>
      <p:sp>
        <p:nvSpPr>
          <p:cNvPr id="9" name="outer-array-panel">
            <a:extLst xmlns:a="http://schemas.openxmlformats.org/drawingml/2006/main">
              <a:ext uri="{FF2B5EF4-FFF2-40B4-BE49-F238E27FC236}">
                <a16:creationId xmlns:a16="http://schemas.microsoft.com/office/drawing/2014/main" id="{92FDA9A4-3796-45D6-8963-CC32FEB2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4457700" cy="4533900"/>
          </a:xfrm>
          <a:prstGeom xmlns:a="http://schemas.openxmlformats.org/drawingml/2006/main" prst="roundRect">
            <a:avLst>
              <a:gd name="adj" fmla="val 170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0" name="outer-array-title">
            <a:extLst xmlns:a="http://schemas.openxmlformats.org/drawingml/2006/main">
              <a:ext uri="{FF2B5EF4-FFF2-40B4-BE49-F238E27FC236}">
                <a16:creationId xmlns:a16="http://schemas.microsoft.com/office/drawing/2014/main" id="{1E05F71E-3094-4DC1-8FB2-AB580A54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① 外层 7×7 宏格：Pᵣ꜀ → Hₖ</a:t>
            </a:r>
          </a:p>
        </p:txBody>
      </p:sp>
      <p:sp>
        <p:nvSpPr>
          <p:cNvPr id="11" name="outer-col-1">
            <a:extLst xmlns:a="http://schemas.openxmlformats.org/drawingml/2006/main">
              <a:ext uri="{FF2B5EF4-FFF2-40B4-BE49-F238E27FC236}">
                <a16:creationId xmlns:a16="http://schemas.microsoft.com/office/drawing/2014/main" id="{F11260D9-CA87-40CE-9B97-25272FE7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57350"/>
            <a:ext cx="50074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A1</a:t>
            </a:r>
          </a:p>
        </p:txBody>
      </p:sp>
      <p:sp>
        <p:nvSpPr>
          <p:cNvPr id="12" name="outer-col-2">
            <a:extLst xmlns:a="http://schemas.openxmlformats.org/drawingml/2006/main">
              <a:ext uri="{FF2B5EF4-FFF2-40B4-BE49-F238E27FC236}">
                <a16:creationId xmlns:a16="http://schemas.microsoft.com/office/drawing/2014/main" id="{EE78C64D-C37D-4A6A-8218-85864094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1657350"/>
            <a:ext cx="50074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A2</a:t>
            </a:r>
          </a:p>
        </p:txBody>
      </p:sp>
      <p:sp>
        <p:nvSpPr>
          <p:cNvPr id="13" name="outer-col-3">
            <a:extLst xmlns:a="http://schemas.openxmlformats.org/drawingml/2006/main">
              <a:ext uri="{FF2B5EF4-FFF2-40B4-BE49-F238E27FC236}">
                <a16:creationId xmlns:a16="http://schemas.microsoft.com/office/drawing/2014/main" id="{741C73A4-7D3B-4061-A1A9-8EB9F351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1657350"/>
            <a:ext cx="50074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  <p:sp>
        <p:nvSpPr>
          <p:cNvPr id="14" name="outer-col-4">
            <a:extLst xmlns:a="http://schemas.openxmlformats.org/drawingml/2006/main">
              <a:ext uri="{FF2B5EF4-FFF2-40B4-BE49-F238E27FC236}">
                <a16:creationId xmlns:a16="http://schemas.microsoft.com/office/drawing/2014/main" id="{24D8214B-F7B0-41B8-8D9A-7AAB30E5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1657350"/>
            <a:ext cx="50074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A4</a:t>
            </a:r>
          </a:p>
        </p:txBody>
      </p:sp>
      <p:sp>
        <p:nvSpPr>
          <p:cNvPr id="15" name="outer-col-5">
            <a:extLst xmlns:a="http://schemas.openxmlformats.org/drawingml/2006/main">
              <a:ext uri="{FF2B5EF4-FFF2-40B4-BE49-F238E27FC236}">
                <a16:creationId xmlns:a16="http://schemas.microsoft.com/office/drawing/2014/main" id="{BF97E324-43A4-4095-A565-011005DA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1657350"/>
            <a:ext cx="50074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A5</a:t>
            </a:r>
          </a:p>
        </p:txBody>
      </p:sp>
      <p:sp>
        <p:nvSpPr>
          <p:cNvPr id="16" name="outer-col-6">
            <a:extLst xmlns:a="http://schemas.openxmlformats.org/drawingml/2006/main">
              <a:ext uri="{FF2B5EF4-FFF2-40B4-BE49-F238E27FC236}">
                <a16:creationId xmlns:a16="http://schemas.microsoft.com/office/drawing/2014/main" id="{547660D6-16D7-4B2D-9004-4DD80E50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1657350"/>
            <a:ext cx="50074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A6</a:t>
            </a:r>
          </a:p>
        </p:txBody>
      </p:sp>
      <p:sp>
        <p:nvSpPr>
          <p:cNvPr id="17" name="outer-col-7">
            <a:extLst xmlns:a="http://schemas.openxmlformats.org/drawingml/2006/main">
              <a:ext uri="{FF2B5EF4-FFF2-40B4-BE49-F238E27FC236}">
                <a16:creationId xmlns:a16="http://schemas.microsoft.com/office/drawing/2014/main" id="{9C1DDF1F-185A-47FA-BD10-71AD3D9F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1657350"/>
            <a:ext cx="50074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A7</a:t>
            </a:r>
          </a:p>
        </p:txBody>
      </p:sp>
      <p:sp>
        <p:nvSpPr>
          <p:cNvPr id="18" name="outer-row-1">
            <a:extLst xmlns:a="http://schemas.openxmlformats.org/drawingml/2006/main">
              <a:ext uri="{FF2B5EF4-FFF2-40B4-BE49-F238E27FC236}">
                <a16:creationId xmlns:a16="http://schemas.microsoft.com/office/drawing/2014/main" id="{2DA65479-793E-4E79-A971-584CE730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5950"/>
            <a:ext cx="247650" cy="50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7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R1</a:t>
            </a:r>
          </a:p>
        </p:txBody>
      </p:sp>
      <p:sp>
        <p:nvSpPr>
          <p:cNvPr id="19" name="outer-row-2">
            <a:extLst xmlns:a="http://schemas.openxmlformats.org/drawingml/2006/main">
              <a:ext uri="{FF2B5EF4-FFF2-40B4-BE49-F238E27FC236}">
                <a16:creationId xmlns:a16="http://schemas.microsoft.com/office/drawing/2014/main" id="{1D7E613B-1ED5-45BA-B36C-0AEE4197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6693"/>
            <a:ext cx="247650" cy="50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R2</a:t>
            </a:r>
          </a:p>
        </p:txBody>
      </p:sp>
      <p:sp>
        <p:nvSpPr>
          <p:cNvPr id="20" name="outer-row-3">
            <a:extLst xmlns:a="http://schemas.openxmlformats.org/drawingml/2006/main">
              <a:ext uri="{FF2B5EF4-FFF2-40B4-BE49-F238E27FC236}">
                <a16:creationId xmlns:a16="http://schemas.microsoft.com/office/drawing/2014/main" id="{E5BCC456-5084-45A4-BC44-AE9DA8B4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87436"/>
            <a:ext cx="247650" cy="50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R3</a:t>
            </a:r>
          </a:p>
        </p:txBody>
      </p:sp>
      <p:sp>
        <p:nvSpPr>
          <p:cNvPr id="21" name="outer-row-4">
            <a:extLst xmlns:a="http://schemas.openxmlformats.org/drawingml/2006/main">
              <a:ext uri="{FF2B5EF4-FFF2-40B4-BE49-F238E27FC236}">
                <a16:creationId xmlns:a16="http://schemas.microsoft.com/office/drawing/2014/main" id="{69584DF0-909C-4A03-BBDC-D5B0CB88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8179"/>
            <a:ext cx="247650" cy="50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R4</a:t>
            </a:r>
          </a:p>
        </p:txBody>
      </p:sp>
      <p:sp>
        <p:nvSpPr>
          <p:cNvPr id="22" name="outer-row-5">
            <a:extLst xmlns:a="http://schemas.openxmlformats.org/drawingml/2006/main">
              <a:ext uri="{FF2B5EF4-FFF2-40B4-BE49-F238E27FC236}">
                <a16:creationId xmlns:a16="http://schemas.microsoft.com/office/drawing/2014/main" id="{7BE100EA-F59A-4AD4-A646-F0B2284F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8921"/>
            <a:ext cx="247650" cy="50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R5</a:t>
            </a:r>
          </a:p>
        </p:txBody>
      </p:sp>
      <p:sp>
        <p:nvSpPr>
          <p:cNvPr id="23" name="outer-row-6">
            <a:extLst xmlns:a="http://schemas.openxmlformats.org/drawingml/2006/main">
              <a:ext uri="{FF2B5EF4-FFF2-40B4-BE49-F238E27FC236}">
                <a16:creationId xmlns:a16="http://schemas.microsoft.com/office/drawing/2014/main" id="{A553BCA9-2781-4425-98AF-A275F725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9664"/>
            <a:ext cx="247650" cy="50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R6</a:t>
            </a:r>
          </a:p>
        </p:txBody>
      </p:sp>
      <p:sp>
        <p:nvSpPr>
          <p:cNvPr id="24" name="outer-row-7">
            <a:extLst xmlns:a="http://schemas.openxmlformats.org/drawingml/2006/main">
              <a:ext uri="{FF2B5EF4-FFF2-40B4-BE49-F238E27FC236}">
                <a16:creationId xmlns:a16="http://schemas.microsoft.com/office/drawing/2014/main" id="{26B44A9E-F48D-497E-BF95-61B2C9E5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90407"/>
            <a:ext cx="247650" cy="50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6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R7</a:t>
            </a:r>
          </a:p>
        </p:txBody>
      </p:sp>
      <p:sp>
        <p:nvSpPr>
          <p:cNvPr id="25" name="outer-P11">
            <a:extLst xmlns:a="http://schemas.openxmlformats.org/drawingml/2006/main">
              <a:ext uri="{FF2B5EF4-FFF2-40B4-BE49-F238E27FC236}">
                <a16:creationId xmlns:a16="http://schemas.microsoft.com/office/drawing/2014/main" id="{BFC80BAF-4A5F-421C-95F4-4F9A45A0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85950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6" name="outer-label-P11">
            <a:extLst xmlns:a="http://schemas.openxmlformats.org/drawingml/2006/main">
              <a:ext uri="{FF2B5EF4-FFF2-40B4-BE49-F238E27FC236}">
                <a16:creationId xmlns:a16="http://schemas.microsoft.com/office/drawing/2014/main" id="{1981AC92-9908-4287-BDA8-A12EC098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27" name="outer-P12">
            <a:extLst xmlns:a="http://schemas.openxmlformats.org/drawingml/2006/main">
              <a:ext uri="{FF2B5EF4-FFF2-40B4-BE49-F238E27FC236}">
                <a16:creationId xmlns:a16="http://schemas.microsoft.com/office/drawing/2014/main" id="{647C83C2-2EC6-45EE-BE70-1B4D0E81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1885950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8" name="outer-label-P12">
            <a:extLst xmlns:a="http://schemas.openxmlformats.org/drawingml/2006/main">
              <a:ext uri="{FF2B5EF4-FFF2-40B4-BE49-F238E27FC236}">
                <a16:creationId xmlns:a16="http://schemas.microsoft.com/office/drawing/2014/main" id="{7B4BF0CB-DD09-45FA-8BE9-B7F27E16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8" y="1905000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29" name="outer-P13">
            <a:extLst xmlns:a="http://schemas.openxmlformats.org/drawingml/2006/main">
              <a:ext uri="{FF2B5EF4-FFF2-40B4-BE49-F238E27FC236}">
                <a16:creationId xmlns:a16="http://schemas.microsoft.com/office/drawing/2014/main" id="{75E27E95-6A26-4AEE-B05B-96786220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1885950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0" name="outer-label-P13">
            <a:extLst xmlns:a="http://schemas.openxmlformats.org/drawingml/2006/main">
              <a:ext uri="{FF2B5EF4-FFF2-40B4-BE49-F238E27FC236}">
                <a16:creationId xmlns:a16="http://schemas.microsoft.com/office/drawing/2014/main" id="{9EABE276-898C-410E-802A-E50F89B3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61" y="1905000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31" name="outer-P14">
            <a:extLst xmlns:a="http://schemas.openxmlformats.org/drawingml/2006/main">
              <a:ext uri="{FF2B5EF4-FFF2-40B4-BE49-F238E27FC236}">
                <a16:creationId xmlns:a16="http://schemas.microsoft.com/office/drawing/2014/main" id="{B0AA538A-FFE6-4242-BCF1-9AD0E62D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1885950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2" name="outer-label-P14">
            <a:extLst xmlns:a="http://schemas.openxmlformats.org/drawingml/2006/main">
              <a:ext uri="{FF2B5EF4-FFF2-40B4-BE49-F238E27FC236}">
                <a16:creationId xmlns:a16="http://schemas.microsoft.com/office/drawing/2014/main" id="{32EBC711-B485-44C8-9559-E1B2A4E8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04" y="1905000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33" name="outer-P15">
            <a:extLst xmlns:a="http://schemas.openxmlformats.org/drawingml/2006/main">
              <a:ext uri="{FF2B5EF4-FFF2-40B4-BE49-F238E27FC236}">
                <a16:creationId xmlns:a16="http://schemas.microsoft.com/office/drawing/2014/main" id="{5DE2B2E4-8947-4782-A12D-49194775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1885950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4" name="outer-label-P15">
            <a:extLst xmlns:a="http://schemas.openxmlformats.org/drawingml/2006/main">
              <a:ext uri="{FF2B5EF4-FFF2-40B4-BE49-F238E27FC236}">
                <a16:creationId xmlns:a16="http://schemas.microsoft.com/office/drawing/2014/main" id="{2619A69A-8A87-46DC-A017-D9F97E5C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46" y="1905000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35" name="outer-P16">
            <a:extLst xmlns:a="http://schemas.openxmlformats.org/drawingml/2006/main">
              <a:ext uri="{FF2B5EF4-FFF2-40B4-BE49-F238E27FC236}">
                <a16:creationId xmlns:a16="http://schemas.microsoft.com/office/drawing/2014/main" id="{03EB75F5-9F9D-4DDE-AC2B-791E1753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1885950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6" name="outer-label-P16">
            <a:extLst xmlns:a="http://schemas.openxmlformats.org/drawingml/2006/main">
              <a:ext uri="{FF2B5EF4-FFF2-40B4-BE49-F238E27FC236}">
                <a16:creationId xmlns:a16="http://schemas.microsoft.com/office/drawing/2014/main" id="{535D7DED-D33C-43CC-95E0-25638B9F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89" y="1905000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H6</a:t>
            </a:r>
          </a:p>
        </p:txBody>
      </p:sp>
      <p:sp>
        <p:nvSpPr>
          <p:cNvPr id="37" name="outer-P17">
            <a:extLst xmlns:a="http://schemas.openxmlformats.org/drawingml/2006/main">
              <a:ext uri="{FF2B5EF4-FFF2-40B4-BE49-F238E27FC236}">
                <a16:creationId xmlns:a16="http://schemas.microsoft.com/office/drawing/2014/main" id="{6126A19F-2E00-4B38-BF26-BFD784A4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1885950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8" name="outer-label-P17">
            <a:extLst xmlns:a="http://schemas.openxmlformats.org/drawingml/2006/main">
              <a:ext uri="{FF2B5EF4-FFF2-40B4-BE49-F238E27FC236}">
                <a16:creationId xmlns:a16="http://schemas.microsoft.com/office/drawing/2014/main" id="{4BC99B05-3FF0-461B-BD3D-4793B4F9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32" y="1905000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H7</a:t>
            </a:r>
          </a:p>
        </p:txBody>
      </p:sp>
      <p:sp>
        <p:nvSpPr>
          <p:cNvPr id="39" name="outer-P21">
            <a:extLst xmlns:a="http://schemas.openxmlformats.org/drawingml/2006/main">
              <a:ext uri="{FF2B5EF4-FFF2-40B4-BE49-F238E27FC236}">
                <a16:creationId xmlns:a16="http://schemas.microsoft.com/office/drawing/2014/main" id="{77F95955-20E3-4878-86C2-045CE370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86693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8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0" name="outer-label-P21">
            <a:extLst xmlns:a="http://schemas.openxmlformats.org/drawingml/2006/main">
              <a:ext uri="{FF2B5EF4-FFF2-40B4-BE49-F238E27FC236}">
                <a16:creationId xmlns:a16="http://schemas.microsoft.com/office/drawing/2014/main" id="{00BD5A1D-048F-45BF-9C9D-60FB684D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5743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H14</a:t>
            </a:r>
          </a:p>
        </p:txBody>
      </p:sp>
      <p:sp>
        <p:nvSpPr>
          <p:cNvPr id="41" name="outer-P22">
            <a:extLst xmlns:a="http://schemas.openxmlformats.org/drawingml/2006/main">
              <a:ext uri="{FF2B5EF4-FFF2-40B4-BE49-F238E27FC236}">
                <a16:creationId xmlns:a16="http://schemas.microsoft.com/office/drawing/2014/main" id="{29C755DA-E378-4218-8975-652F1B48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2386693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2" name="outer-label-P22">
            <a:extLst xmlns:a="http://schemas.openxmlformats.org/drawingml/2006/main">
              <a:ext uri="{FF2B5EF4-FFF2-40B4-BE49-F238E27FC236}">
                <a16:creationId xmlns:a16="http://schemas.microsoft.com/office/drawing/2014/main" id="{0731AA97-7EA6-4BD8-97F3-9649621C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8" y="2405743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H13</a:t>
            </a:r>
          </a:p>
        </p:txBody>
      </p:sp>
      <p:sp>
        <p:nvSpPr>
          <p:cNvPr id="43" name="outer-P23">
            <a:extLst xmlns:a="http://schemas.openxmlformats.org/drawingml/2006/main">
              <a:ext uri="{FF2B5EF4-FFF2-40B4-BE49-F238E27FC236}">
                <a16:creationId xmlns:a16="http://schemas.microsoft.com/office/drawing/2014/main" id="{564BADF2-54C9-4F0D-ABA4-996E9CC6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2386693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4" name="outer-label-P23">
            <a:extLst xmlns:a="http://schemas.openxmlformats.org/drawingml/2006/main">
              <a:ext uri="{FF2B5EF4-FFF2-40B4-BE49-F238E27FC236}">
                <a16:creationId xmlns:a16="http://schemas.microsoft.com/office/drawing/2014/main" id="{CFF15ED5-AD73-44B3-BCAF-94769106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61" y="2405743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H12</a:t>
            </a:r>
          </a:p>
        </p:txBody>
      </p:sp>
      <p:sp>
        <p:nvSpPr>
          <p:cNvPr id="45" name="outer-P24">
            <a:extLst xmlns:a="http://schemas.openxmlformats.org/drawingml/2006/main">
              <a:ext uri="{FF2B5EF4-FFF2-40B4-BE49-F238E27FC236}">
                <a16:creationId xmlns:a16="http://schemas.microsoft.com/office/drawing/2014/main" id="{493BB236-EFEA-4066-B6ED-AD427E63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2386693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C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6" name="outer-label-P24">
            <a:extLst xmlns:a="http://schemas.openxmlformats.org/drawingml/2006/main">
              <a:ext uri="{FF2B5EF4-FFF2-40B4-BE49-F238E27FC236}">
                <a16:creationId xmlns:a16="http://schemas.microsoft.com/office/drawing/2014/main" id="{B1E7DF87-E4E5-4E70-92D6-8ABA66F0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04" y="2405743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H11</a:t>
            </a:r>
          </a:p>
        </p:txBody>
      </p:sp>
      <p:sp>
        <p:nvSpPr>
          <p:cNvPr id="47" name="outer-P25">
            <a:extLst xmlns:a="http://schemas.openxmlformats.org/drawingml/2006/main">
              <a:ext uri="{FF2B5EF4-FFF2-40B4-BE49-F238E27FC236}">
                <a16:creationId xmlns:a16="http://schemas.microsoft.com/office/drawing/2014/main" id="{95B029AB-4249-42DB-BBB3-59003068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2386693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3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8" name="outer-label-P25">
            <a:extLst xmlns:a="http://schemas.openxmlformats.org/drawingml/2006/main">
              <a:ext uri="{FF2B5EF4-FFF2-40B4-BE49-F238E27FC236}">
                <a16:creationId xmlns:a16="http://schemas.microsoft.com/office/drawing/2014/main" id="{286B0A9B-E867-4F42-B5BC-56EF3EA5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46" y="2405743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H10</a:t>
            </a:r>
          </a:p>
        </p:txBody>
      </p:sp>
      <p:sp>
        <p:nvSpPr>
          <p:cNvPr id="49" name="outer-P26">
            <a:extLst xmlns:a="http://schemas.openxmlformats.org/drawingml/2006/main">
              <a:ext uri="{FF2B5EF4-FFF2-40B4-BE49-F238E27FC236}">
                <a16:creationId xmlns:a16="http://schemas.microsoft.com/office/drawing/2014/main" id="{3ACE1808-9BC8-4C7B-B634-55F08602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2386693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E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0" name="outer-label-P26">
            <a:extLst xmlns:a="http://schemas.openxmlformats.org/drawingml/2006/main">
              <a:ext uri="{FF2B5EF4-FFF2-40B4-BE49-F238E27FC236}">
                <a16:creationId xmlns:a16="http://schemas.microsoft.com/office/drawing/2014/main" id="{5A52F575-356B-4D5A-8A8D-0F5A7762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89" y="2405743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H9</a:t>
            </a:r>
          </a:p>
        </p:txBody>
      </p:sp>
      <p:sp>
        <p:nvSpPr>
          <p:cNvPr id="51" name="outer-P27">
            <a:extLst xmlns:a="http://schemas.openxmlformats.org/drawingml/2006/main">
              <a:ext uri="{FF2B5EF4-FFF2-40B4-BE49-F238E27FC236}">
                <a16:creationId xmlns:a16="http://schemas.microsoft.com/office/drawing/2014/main" id="{A2295F3D-DCFE-4AE8-B6E9-1FB368EE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2386693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E9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2" name="outer-label-P27">
            <a:extLst xmlns:a="http://schemas.openxmlformats.org/drawingml/2006/main">
              <a:ext uri="{FF2B5EF4-FFF2-40B4-BE49-F238E27FC236}">
                <a16:creationId xmlns:a16="http://schemas.microsoft.com/office/drawing/2014/main" id="{E7CC05F6-9514-4F53-9A81-DEB80BEF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32" y="2405743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H8</a:t>
            </a:r>
          </a:p>
        </p:txBody>
      </p:sp>
      <p:sp>
        <p:nvSpPr>
          <p:cNvPr id="53" name="outer-P31">
            <a:extLst xmlns:a="http://schemas.openxmlformats.org/drawingml/2006/main">
              <a:ext uri="{FF2B5EF4-FFF2-40B4-BE49-F238E27FC236}">
                <a16:creationId xmlns:a16="http://schemas.microsoft.com/office/drawing/2014/main" id="{EA336A5B-48D9-4ED8-AB32-74D832D8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87436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3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4" name="outer-label-P31">
            <a:extLst xmlns:a="http://schemas.openxmlformats.org/drawingml/2006/main">
              <a:ext uri="{FF2B5EF4-FFF2-40B4-BE49-F238E27FC236}">
                <a16:creationId xmlns:a16="http://schemas.microsoft.com/office/drawing/2014/main" id="{D62FC181-CF81-4726-A6A5-A8CD2F62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6486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H15</a:t>
            </a:r>
          </a:p>
        </p:txBody>
      </p:sp>
      <p:sp>
        <p:nvSpPr>
          <p:cNvPr id="55" name="outer-P32">
            <a:extLst xmlns:a="http://schemas.openxmlformats.org/drawingml/2006/main">
              <a:ext uri="{FF2B5EF4-FFF2-40B4-BE49-F238E27FC236}">
                <a16:creationId xmlns:a16="http://schemas.microsoft.com/office/drawing/2014/main" id="{5D8D3F9D-E270-402A-8AD5-002D3223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2887436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6" name="outer-label-P32">
            <a:extLst xmlns:a="http://schemas.openxmlformats.org/drawingml/2006/main">
              <a:ext uri="{FF2B5EF4-FFF2-40B4-BE49-F238E27FC236}">
                <a16:creationId xmlns:a16="http://schemas.microsoft.com/office/drawing/2014/main" id="{E8B03676-9D08-4812-BE96-D17DAE5C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8" y="2906486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H16</a:t>
            </a:r>
          </a:p>
        </p:txBody>
      </p:sp>
      <p:sp>
        <p:nvSpPr>
          <p:cNvPr id="57" name="outer-P33">
            <a:extLst xmlns:a="http://schemas.openxmlformats.org/drawingml/2006/main">
              <a:ext uri="{FF2B5EF4-FFF2-40B4-BE49-F238E27FC236}">
                <a16:creationId xmlns:a16="http://schemas.microsoft.com/office/drawing/2014/main" id="{C0875477-5504-47BD-B576-76EA1773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2887436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8" name="outer-label-P33">
            <a:extLst xmlns:a="http://schemas.openxmlformats.org/drawingml/2006/main">
              <a:ext uri="{FF2B5EF4-FFF2-40B4-BE49-F238E27FC236}">
                <a16:creationId xmlns:a16="http://schemas.microsoft.com/office/drawing/2014/main" id="{4712E114-0D66-4A43-AD2E-D47BE447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61" y="2906486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H17</a:t>
            </a:r>
          </a:p>
        </p:txBody>
      </p:sp>
      <p:sp>
        <p:nvSpPr>
          <p:cNvPr id="59" name="outer-P34">
            <a:extLst xmlns:a="http://schemas.openxmlformats.org/drawingml/2006/main">
              <a:ext uri="{FF2B5EF4-FFF2-40B4-BE49-F238E27FC236}">
                <a16:creationId xmlns:a16="http://schemas.microsoft.com/office/drawing/2014/main" id="{E22D230F-178A-4133-BAEC-4DA0ED3C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2887436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0" name="outer-label-P34">
            <a:extLst xmlns:a="http://schemas.openxmlformats.org/drawingml/2006/main">
              <a:ext uri="{FF2B5EF4-FFF2-40B4-BE49-F238E27FC236}">
                <a16:creationId xmlns:a16="http://schemas.microsoft.com/office/drawing/2014/main" id="{B033F3FC-7124-49FB-88AB-E7D04A4A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04" y="2906486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H18</a:t>
            </a:r>
          </a:p>
        </p:txBody>
      </p:sp>
      <p:sp>
        <p:nvSpPr>
          <p:cNvPr id="61" name="outer-P35">
            <a:extLst xmlns:a="http://schemas.openxmlformats.org/drawingml/2006/main">
              <a:ext uri="{FF2B5EF4-FFF2-40B4-BE49-F238E27FC236}">
                <a16:creationId xmlns:a16="http://schemas.microsoft.com/office/drawing/2014/main" id="{4C97A63D-3B9B-49F4-B2A0-E5B85127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2887436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2" name="outer-label-P35">
            <a:extLst xmlns:a="http://schemas.openxmlformats.org/drawingml/2006/main">
              <a:ext uri="{FF2B5EF4-FFF2-40B4-BE49-F238E27FC236}">
                <a16:creationId xmlns:a16="http://schemas.microsoft.com/office/drawing/2014/main" id="{A7BF042C-2346-481E-91F2-723C0F5A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46" y="2906486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H19</a:t>
            </a:r>
          </a:p>
        </p:txBody>
      </p:sp>
      <p:sp>
        <p:nvSpPr>
          <p:cNvPr id="63" name="outer-P36">
            <a:extLst xmlns:a="http://schemas.openxmlformats.org/drawingml/2006/main">
              <a:ext uri="{FF2B5EF4-FFF2-40B4-BE49-F238E27FC236}">
                <a16:creationId xmlns:a16="http://schemas.microsoft.com/office/drawing/2014/main" id="{47DE1397-4958-4F60-B26F-35E5B6C5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2887436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4" name="outer-label-P36">
            <a:extLst xmlns:a="http://schemas.openxmlformats.org/drawingml/2006/main">
              <a:ext uri="{FF2B5EF4-FFF2-40B4-BE49-F238E27FC236}">
                <a16:creationId xmlns:a16="http://schemas.microsoft.com/office/drawing/2014/main" id="{FEAC0EA3-25E1-495A-B370-323560C5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89" y="2906486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H20</a:t>
            </a:r>
          </a:p>
        </p:txBody>
      </p:sp>
      <p:sp>
        <p:nvSpPr>
          <p:cNvPr id="65" name="outer-P37">
            <a:extLst xmlns:a="http://schemas.openxmlformats.org/drawingml/2006/main">
              <a:ext uri="{FF2B5EF4-FFF2-40B4-BE49-F238E27FC236}">
                <a16:creationId xmlns:a16="http://schemas.microsoft.com/office/drawing/2014/main" id="{8B07BAA3-4A0A-4BCA-A067-96D74655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2887436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9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6" name="outer-label-P37">
            <a:extLst xmlns:a="http://schemas.openxmlformats.org/drawingml/2006/main">
              <a:ext uri="{FF2B5EF4-FFF2-40B4-BE49-F238E27FC236}">
                <a16:creationId xmlns:a16="http://schemas.microsoft.com/office/drawing/2014/main" id="{29AD6E7E-53E7-4475-8FA1-DA293FE7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32" y="2906486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H21</a:t>
            </a:r>
          </a:p>
        </p:txBody>
      </p:sp>
      <p:sp>
        <p:nvSpPr>
          <p:cNvPr id="67" name="outer-P41">
            <a:extLst xmlns:a="http://schemas.openxmlformats.org/drawingml/2006/main">
              <a:ext uri="{FF2B5EF4-FFF2-40B4-BE49-F238E27FC236}">
                <a16:creationId xmlns:a16="http://schemas.microsoft.com/office/drawing/2014/main" id="{16023EB7-DE72-4B79-BA4E-E3621F90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88179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8" name="outer-label-P41">
            <a:extLst xmlns:a="http://schemas.openxmlformats.org/drawingml/2006/main">
              <a:ext uri="{FF2B5EF4-FFF2-40B4-BE49-F238E27FC236}">
                <a16:creationId xmlns:a16="http://schemas.microsoft.com/office/drawing/2014/main" id="{432E1441-64CE-41AA-BEA0-786DDE4F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07229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69" name="outer-P42">
            <a:extLst xmlns:a="http://schemas.openxmlformats.org/drawingml/2006/main">
              <a:ext uri="{FF2B5EF4-FFF2-40B4-BE49-F238E27FC236}">
                <a16:creationId xmlns:a16="http://schemas.microsoft.com/office/drawing/2014/main" id="{62B44292-E53E-474E-A625-27F3F830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3388179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0" name="outer-label-P42">
            <a:extLst xmlns:a="http://schemas.openxmlformats.org/drawingml/2006/main">
              <a:ext uri="{FF2B5EF4-FFF2-40B4-BE49-F238E27FC236}">
                <a16:creationId xmlns:a16="http://schemas.microsoft.com/office/drawing/2014/main" id="{8AE97DA0-3F25-444F-AE3E-1B7AD32D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8" y="3407229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71" name="outer-P43">
            <a:extLst xmlns:a="http://schemas.openxmlformats.org/drawingml/2006/main">
              <a:ext uri="{FF2B5EF4-FFF2-40B4-BE49-F238E27FC236}">
                <a16:creationId xmlns:a16="http://schemas.microsoft.com/office/drawing/2014/main" id="{CA480BCB-BDA2-47DA-A2A6-2179D104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3388179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2" name="outer-label-P43">
            <a:extLst xmlns:a="http://schemas.openxmlformats.org/drawingml/2006/main">
              <a:ext uri="{FF2B5EF4-FFF2-40B4-BE49-F238E27FC236}">
                <a16:creationId xmlns:a16="http://schemas.microsoft.com/office/drawing/2014/main" id="{209F8BBC-8348-4E1E-A022-0EAC0D88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61" y="3407229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73" name="outer-P44">
            <a:extLst xmlns:a="http://schemas.openxmlformats.org/drawingml/2006/main">
              <a:ext uri="{FF2B5EF4-FFF2-40B4-BE49-F238E27FC236}">
                <a16:creationId xmlns:a16="http://schemas.microsoft.com/office/drawing/2014/main" id="{F02D6849-BB08-4342-B537-547E82F5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3388179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5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4" name="outer-label-P44">
            <a:extLst xmlns:a="http://schemas.openxmlformats.org/drawingml/2006/main">
              <a:ext uri="{FF2B5EF4-FFF2-40B4-BE49-F238E27FC236}">
                <a16:creationId xmlns:a16="http://schemas.microsoft.com/office/drawing/2014/main" id="{A04D285D-0E17-4A11-9B57-D8434930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04" y="3407229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H25</a:t>
            </a:r>
          </a:p>
        </p:txBody>
      </p:sp>
      <p:sp>
        <p:nvSpPr>
          <p:cNvPr id="75" name="outer-P45">
            <a:extLst xmlns:a="http://schemas.openxmlformats.org/drawingml/2006/main">
              <a:ext uri="{FF2B5EF4-FFF2-40B4-BE49-F238E27FC236}">
                <a16:creationId xmlns:a16="http://schemas.microsoft.com/office/drawing/2014/main" id="{2B03B872-913B-432A-9193-B1E28ADB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3388179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A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6" name="outer-label-P45">
            <a:extLst xmlns:a="http://schemas.openxmlformats.org/drawingml/2006/main">
              <a:ext uri="{FF2B5EF4-FFF2-40B4-BE49-F238E27FC236}">
                <a16:creationId xmlns:a16="http://schemas.microsoft.com/office/drawing/2014/main" id="{374EE095-D23D-453A-B39F-DC5CAD48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46" y="3407229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H24</a:t>
            </a:r>
          </a:p>
        </p:txBody>
      </p:sp>
      <p:sp>
        <p:nvSpPr>
          <p:cNvPr id="77" name="outer-P46">
            <a:extLst xmlns:a="http://schemas.openxmlformats.org/drawingml/2006/main">
              <a:ext uri="{FF2B5EF4-FFF2-40B4-BE49-F238E27FC236}">
                <a16:creationId xmlns:a16="http://schemas.microsoft.com/office/drawing/2014/main" id="{773DCED5-90DF-4B90-A617-B552C18F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3388179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D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8" name="outer-label-P46">
            <a:extLst xmlns:a="http://schemas.openxmlformats.org/drawingml/2006/main">
              <a:ext uri="{FF2B5EF4-FFF2-40B4-BE49-F238E27FC236}">
                <a16:creationId xmlns:a16="http://schemas.microsoft.com/office/drawing/2014/main" id="{EEF74A73-212C-4B51-83C6-D66DA270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89" y="3407229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H23</a:t>
            </a:r>
          </a:p>
        </p:txBody>
      </p:sp>
      <p:sp>
        <p:nvSpPr>
          <p:cNvPr id="79" name="outer-P47">
            <a:extLst xmlns:a="http://schemas.openxmlformats.org/drawingml/2006/main">
              <a:ext uri="{FF2B5EF4-FFF2-40B4-BE49-F238E27FC236}">
                <a16:creationId xmlns:a16="http://schemas.microsoft.com/office/drawing/2014/main" id="{A7234032-4EF0-4634-A155-B17DC47D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3388179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D4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0" name="outer-label-P47">
            <a:extLst xmlns:a="http://schemas.openxmlformats.org/drawingml/2006/main">
              <a:ext uri="{FF2B5EF4-FFF2-40B4-BE49-F238E27FC236}">
                <a16:creationId xmlns:a16="http://schemas.microsoft.com/office/drawing/2014/main" id="{F9650979-F489-4FE7-AA1B-FC37957B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32" y="3407229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H22</a:t>
            </a:r>
          </a:p>
        </p:txBody>
      </p:sp>
      <p:sp>
        <p:nvSpPr>
          <p:cNvPr id="81" name="outer-P51">
            <a:extLst xmlns:a="http://schemas.openxmlformats.org/drawingml/2006/main">
              <a:ext uri="{FF2B5EF4-FFF2-40B4-BE49-F238E27FC236}">
                <a16:creationId xmlns:a16="http://schemas.microsoft.com/office/drawing/2014/main" id="{9AFA09CE-CC27-4DF3-8A34-D8FCDB17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88921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2" name="outer-label-P51">
            <a:extLst xmlns:a="http://schemas.openxmlformats.org/drawingml/2006/main">
              <a:ext uri="{FF2B5EF4-FFF2-40B4-BE49-F238E27FC236}">
                <a16:creationId xmlns:a16="http://schemas.microsoft.com/office/drawing/2014/main" id="{80FE2638-15E4-46C2-B3B6-6F849817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7971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83" name="outer-P52">
            <a:extLst xmlns:a="http://schemas.openxmlformats.org/drawingml/2006/main">
              <a:ext uri="{FF2B5EF4-FFF2-40B4-BE49-F238E27FC236}">
                <a16:creationId xmlns:a16="http://schemas.microsoft.com/office/drawing/2014/main" id="{CDC78AF5-AD39-4710-8101-A46CC3BA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3888921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4" name="outer-label-P52">
            <a:extLst xmlns:a="http://schemas.openxmlformats.org/drawingml/2006/main">
              <a:ext uri="{FF2B5EF4-FFF2-40B4-BE49-F238E27FC236}">
                <a16:creationId xmlns:a16="http://schemas.microsoft.com/office/drawing/2014/main" id="{EDDAD1BB-9028-45F0-9458-724FE329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8" y="3907971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85" name="outer-P53">
            <a:extLst xmlns:a="http://schemas.openxmlformats.org/drawingml/2006/main">
              <a:ext uri="{FF2B5EF4-FFF2-40B4-BE49-F238E27FC236}">
                <a16:creationId xmlns:a16="http://schemas.microsoft.com/office/drawing/2014/main" id="{19EFB1FF-32E3-4675-BFDA-DF9E8602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3888921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6" name="outer-label-P53">
            <a:extLst xmlns:a="http://schemas.openxmlformats.org/drawingml/2006/main">
              <a:ext uri="{FF2B5EF4-FFF2-40B4-BE49-F238E27FC236}">
                <a16:creationId xmlns:a16="http://schemas.microsoft.com/office/drawing/2014/main" id="{CEBA9C0E-FFD0-4988-B976-E13BD3F6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61" y="3907971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H6</a:t>
            </a:r>
          </a:p>
        </p:txBody>
      </p:sp>
      <p:sp>
        <p:nvSpPr>
          <p:cNvPr id="87" name="outer-P54">
            <a:extLst xmlns:a="http://schemas.openxmlformats.org/drawingml/2006/main">
              <a:ext uri="{FF2B5EF4-FFF2-40B4-BE49-F238E27FC236}">
                <a16:creationId xmlns:a16="http://schemas.microsoft.com/office/drawing/2014/main" id="{58AF085C-C067-4DE8-9997-78CED3F7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3888921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8" name="outer-label-P54">
            <a:extLst xmlns:a="http://schemas.openxmlformats.org/drawingml/2006/main">
              <a:ext uri="{FF2B5EF4-FFF2-40B4-BE49-F238E27FC236}">
                <a16:creationId xmlns:a16="http://schemas.microsoft.com/office/drawing/2014/main" id="{C16ADD04-5161-4456-A3B0-8B602BF6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04" y="3907971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H7</a:t>
            </a:r>
          </a:p>
        </p:txBody>
      </p:sp>
      <p:sp>
        <p:nvSpPr>
          <p:cNvPr id="89" name="outer-P55">
            <a:extLst xmlns:a="http://schemas.openxmlformats.org/drawingml/2006/main">
              <a:ext uri="{FF2B5EF4-FFF2-40B4-BE49-F238E27FC236}">
                <a16:creationId xmlns:a16="http://schemas.microsoft.com/office/drawing/2014/main" id="{CA0B1A9E-5694-4C07-B794-4FB57415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3888921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E9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0" name="outer-label-P55">
            <a:extLst xmlns:a="http://schemas.openxmlformats.org/drawingml/2006/main">
              <a:ext uri="{FF2B5EF4-FFF2-40B4-BE49-F238E27FC236}">
                <a16:creationId xmlns:a16="http://schemas.microsoft.com/office/drawing/2014/main" id="{889F5A61-79F1-439C-89FD-B7A02338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46" y="3907971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H8</a:t>
            </a:r>
          </a:p>
        </p:txBody>
      </p:sp>
      <p:sp>
        <p:nvSpPr>
          <p:cNvPr id="91" name="outer-P56">
            <a:extLst xmlns:a="http://schemas.openxmlformats.org/drawingml/2006/main">
              <a:ext uri="{FF2B5EF4-FFF2-40B4-BE49-F238E27FC236}">
                <a16:creationId xmlns:a16="http://schemas.microsoft.com/office/drawing/2014/main" id="{C2F85041-6652-4C69-8010-EB6020D4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3888921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E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2" name="outer-label-P56">
            <a:extLst xmlns:a="http://schemas.openxmlformats.org/drawingml/2006/main">
              <a:ext uri="{FF2B5EF4-FFF2-40B4-BE49-F238E27FC236}">
                <a16:creationId xmlns:a16="http://schemas.microsoft.com/office/drawing/2014/main" id="{430FD853-148C-4414-A218-12867685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89" y="3907971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H9</a:t>
            </a:r>
          </a:p>
        </p:txBody>
      </p:sp>
      <p:sp>
        <p:nvSpPr>
          <p:cNvPr id="93" name="outer-P57">
            <a:extLst xmlns:a="http://schemas.openxmlformats.org/drawingml/2006/main">
              <a:ext uri="{FF2B5EF4-FFF2-40B4-BE49-F238E27FC236}">
                <a16:creationId xmlns:a16="http://schemas.microsoft.com/office/drawing/2014/main" id="{131F6CB0-BA7E-475C-BFFB-4FB9296A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3888921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3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4" name="outer-label-P57">
            <a:extLst xmlns:a="http://schemas.openxmlformats.org/drawingml/2006/main">
              <a:ext uri="{FF2B5EF4-FFF2-40B4-BE49-F238E27FC236}">
                <a16:creationId xmlns:a16="http://schemas.microsoft.com/office/drawing/2014/main" id="{F9A4D7A5-F60B-411F-A61A-85C7875B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32" y="3907971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H10</a:t>
            </a:r>
          </a:p>
        </p:txBody>
      </p:sp>
      <p:sp>
        <p:nvSpPr>
          <p:cNvPr id="95" name="outer-P61">
            <a:extLst xmlns:a="http://schemas.openxmlformats.org/drawingml/2006/main">
              <a:ext uri="{FF2B5EF4-FFF2-40B4-BE49-F238E27FC236}">
                <a16:creationId xmlns:a16="http://schemas.microsoft.com/office/drawing/2014/main" id="{DADD9AA4-32BD-4A4C-8DB6-44B4EE4D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89664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6" name="outer-label-P61">
            <a:extLst xmlns:a="http://schemas.openxmlformats.org/drawingml/2006/main">
              <a:ext uri="{FF2B5EF4-FFF2-40B4-BE49-F238E27FC236}">
                <a16:creationId xmlns:a16="http://schemas.microsoft.com/office/drawing/2014/main" id="{5768C439-851B-4136-8128-69D04F9F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08714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H17</a:t>
            </a:r>
          </a:p>
        </p:txBody>
      </p:sp>
      <p:sp>
        <p:nvSpPr>
          <p:cNvPr id="97" name="outer-P62">
            <a:extLst xmlns:a="http://schemas.openxmlformats.org/drawingml/2006/main">
              <a:ext uri="{FF2B5EF4-FFF2-40B4-BE49-F238E27FC236}">
                <a16:creationId xmlns:a16="http://schemas.microsoft.com/office/drawing/2014/main" id="{B3139053-8324-448A-855B-FBCF7B23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4389664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8" name="outer-label-P62">
            <a:extLst xmlns:a="http://schemas.openxmlformats.org/drawingml/2006/main">
              <a:ext uri="{FF2B5EF4-FFF2-40B4-BE49-F238E27FC236}">
                <a16:creationId xmlns:a16="http://schemas.microsoft.com/office/drawing/2014/main" id="{E9DCCE0A-334A-4F05-9943-8437DD9D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8" y="4408714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H16</a:t>
            </a:r>
          </a:p>
        </p:txBody>
      </p:sp>
      <p:sp>
        <p:nvSpPr>
          <p:cNvPr id="99" name="outer-P63">
            <a:extLst xmlns:a="http://schemas.openxmlformats.org/drawingml/2006/main">
              <a:ext uri="{FF2B5EF4-FFF2-40B4-BE49-F238E27FC236}">
                <a16:creationId xmlns:a16="http://schemas.microsoft.com/office/drawing/2014/main" id="{3082DB36-EE2C-4226-851F-59A6C20C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4389664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3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0" name="outer-label-P63">
            <a:extLst xmlns:a="http://schemas.openxmlformats.org/drawingml/2006/main">
              <a:ext uri="{FF2B5EF4-FFF2-40B4-BE49-F238E27FC236}">
                <a16:creationId xmlns:a16="http://schemas.microsoft.com/office/drawing/2014/main" id="{F8A544D8-E4CE-4744-BA75-6BCC2196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61" y="4408714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H15</a:t>
            </a:r>
          </a:p>
        </p:txBody>
      </p:sp>
      <p:sp>
        <p:nvSpPr>
          <p:cNvPr id="101" name="outer-P64">
            <a:extLst xmlns:a="http://schemas.openxmlformats.org/drawingml/2006/main">
              <a:ext uri="{FF2B5EF4-FFF2-40B4-BE49-F238E27FC236}">
                <a16:creationId xmlns:a16="http://schemas.microsoft.com/office/drawing/2014/main" id="{93A843E2-EA6C-4A29-A39A-E7004F49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4389664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8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2" name="outer-label-P64">
            <a:extLst xmlns:a="http://schemas.openxmlformats.org/drawingml/2006/main">
              <a:ext uri="{FF2B5EF4-FFF2-40B4-BE49-F238E27FC236}">
                <a16:creationId xmlns:a16="http://schemas.microsoft.com/office/drawing/2014/main" id="{F7AB3294-F402-4AF1-A815-D324B00E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04" y="4408714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H14</a:t>
            </a:r>
          </a:p>
        </p:txBody>
      </p:sp>
      <p:sp>
        <p:nvSpPr>
          <p:cNvPr id="103" name="outer-P65">
            <a:extLst xmlns:a="http://schemas.openxmlformats.org/drawingml/2006/main">
              <a:ext uri="{FF2B5EF4-FFF2-40B4-BE49-F238E27FC236}">
                <a16:creationId xmlns:a16="http://schemas.microsoft.com/office/drawing/2014/main" id="{E2E7A6BA-E63D-4447-9E02-EBC62D83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4389664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4" name="outer-label-P65">
            <a:extLst xmlns:a="http://schemas.openxmlformats.org/drawingml/2006/main">
              <a:ext uri="{FF2B5EF4-FFF2-40B4-BE49-F238E27FC236}">
                <a16:creationId xmlns:a16="http://schemas.microsoft.com/office/drawing/2014/main" id="{EB63C8A7-07E3-41FF-9AC2-A6A2258A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46" y="4408714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H13</a:t>
            </a:r>
          </a:p>
        </p:txBody>
      </p:sp>
      <p:sp>
        <p:nvSpPr>
          <p:cNvPr id="105" name="outer-P66">
            <a:extLst xmlns:a="http://schemas.openxmlformats.org/drawingml/2006/main">
              <a:ext uri="{FF2B5EF4-FFF2-40B4-BE49-F238E27FC236}">
                <a16:creationId xmlns:a16="http://schemas.microsoft.com/office/drawing/2014/main" id="{A8441DCA-891F-422B-9405-7F5C8795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4389664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6" name="outer-label-P66">
            <a:extLst xmlns:a="http://schemas.openxmlformats.org/drawingml/2006/main">
              <a:ext uri="{FF2B5EF4-FFF2-40B4-BE49-F238E27FC236}">
                <a16:creationId xmlns:a16="http://schemas.microsoft.com/office/drawing/2014/main" id="{9BC246B8-F9BD-4528-84B4-839970A3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89" y="4408714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H12</a:t>
            </a:r>
          </a:p>
        </p:txBody>
      </p:sp>
      <p:sp>
        <p:nvSpPr>
          <p:cNvPr id="107" name="outer-P67">
            <a:extLst xmlns:a="http://schemas.openxmlformats.org/drawingml/2006/main">
              <a:ext uri="{FF2B5EF4-FFF2-40B4-BE49-F238E27FC236}">
                <a16:creationId xmlns:a16="http://schemas.microsoft.com/office/drawing/2014/main" id="{77E6338A-2E19-4AAA-9A5B-738B9474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4389664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C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8" name="outer-label-P67">
            <a:extLst xmlns:a="http://schemas.openxmlformats.org/drawingml/2006/main">
              <a:ext uri="{FF2B5EF4-FFF2-40B4-BE49-F238E27FC236}">
                <a16:creationId xmlns:a16="http://schemas.microsoft.com/office/drawing/2014/main" id="{B025CCA5-92C7-4155-B0DA-6B57B828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32" y="4408714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H11</a:t>
            </a:r>
          </a:p>
        </p:txBody>
      </p:sp>
      <p:sp>
        <p:nvSpPr>
          <p:cNvPr id="109" name="outer-P71">
            <a:extLst xmlns:a="http://schemas.openxmlformats.org/drawingml/2006/main">
              <a:ext uri="{FF2B5EF4-FFF2-40B4-BE49-F238E27FC236}">
                <a16:creationId xmlns:a16="http://schemas.microsoft.com/office/drawing/2014/main" id="{D793E1F8-B1E0-4E61-B125-50DD35AE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90407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0" name="outer-label-P71">
            <a:extLst xmlns:a="http://schemas.openxmlformats.org/drawingml/2006/main">
              <a:ext uri="{FF2B5EF4-FFF2-40B4-BE49-F238E27FC236}">
                <a16:creationId xmlns:a16="http://schemas.microsoft.com/office/drawing/2014/main" id="{57D2BAE2-8E7C-41C2-ABC7-FA8BDAA1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9457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H18</a:t>
            </a:r>
          </a:p>
        </p:txBody>
      </p:sp>
      <p:sp>
        <p:nvSpPr>
          <p:cNvPr id="111" name="outer-P72">
            <a:extLst xmlns:a="http://schemas.openxmlformats.org/drawingml/2006/main">
              <a:ext uri="{FF2B5EF4-FFF2-40B4-BE49-F238E27FC236}">
                <a16:creationId xmlns:a16="http://schemas.microsoft.com/office/drawing/2014/main" id="{52906A78-C1E2-40B0-B23B-ADEE802C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68" y="4890407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2" name="outer-label-P72">
            <a:extLst xmlns:a="http://schemas.openxmlformats.org/drawingml/2006/main">
              <a:ext uri="{FF2B5EF4-FFF2-40B4-BE49-F238E27FC236}">
                <a16:creationId xmlns:a16="http://schemas.microsoft.com/office/drawing/2014/main" id="{2B128E53-0250-4D23-B0C7-69761F82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18" y="4909457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H19</a:t>
            </a:r>
          </a:p>
        </p:txBody>
      </p:sp>
      <p:sp>
        <p:nvSpPr>
          <p:cNvPr id="113" name="outer-P73">
            <a:extLst xmlns:a="http://schemas.openxmlformats.org/drawingml/2006/main">
              <a:ext uri="{FF2B5EF4-FFF2-40B4-BE49-F238E27FC236}">
                <a16:creationId xmlns:a16="http://schemas.microsoft.com/office/drawing/2014/main" id="{5FBDD4C6-64F6-467A-AC89-7B855F4A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11" y="4890407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4" name="outer-label-P73">
            <a:extLst xmlns:a="http://schemas.openxmlformats.org/drawingml/2006/main">
              <a:ext uri="{FF2B5EF4-FFF2-40B4-BE49-F238E27FC236}">
                <a16:creationId xmlns:a16="http://schemas.microsoft.com/office/drawing/2014/main" id="{0649E65B-963F-4776-AC86-F9064ED7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61" y="4909457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H20</a:t>
            </a:r>
          </a:p>
        </p:txBody>
      </p:sp>
      <p:sp>
        <p:nvSpPr>
          <p:cNvPr id="115" name="outer-P74">
            <a:extLst xmlns:a="http://schemas.openxmlformats.org/drawingml/2006/main">
              <a:ext uri="{FF2B5EF4-FFF2-40B4-BE49-F238E27FC236}">
                <a16:creationId xmlns:a16="http://schemas.microsoft.com/office/drawing/2014/main" id="{96B3D9F1-AA8C-4B26-AD20-EA6F88DF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54" y="4890407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9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6" name="outer-label-P74">
            <a:extLst xmlns:a="http://schemas.openxmlformats.org/drawingml/2006/main">
              <a:ext uri="{FF2B5EF4-FFF2-40B4-BE49-F238E27FC236}">
                <a16:creationId xmlns:a16="http://schemas.microsoft.com/office/drawing/2014/main" id="{41A2D3F9-B849-4BF0-A9EF-A66549D4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04" y="4909457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H21</a:t>
            </a:r>
          </a:p>
        </p:txBody>
      </p:sp>
      <p:sp>
        <p:nvSpPr>
          <p:cNvPr id="117" name="outer-P75">
            <a:extLst xmlns:a="http://schemas.openxmlformats.org/drawingml/2006/main">
              <a:ext uri="{FF2B5EF4-FFF2-40B4-BE49-F238E27FC236}">
                <a16:creationId xmlns:a16="http://schemas.microsoft.com/office/drawing/2014/main" id="{40728BC7-64AA-4894-8EBF-873143C9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96" y="4890407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D4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8" name="outer-label-P75">
            <a:extLst xmlns:a="http://schemas.openxmlformats.org/drawingml/2006/main">
              <a:ext uri="{FF2B5EF4-FFF2-40B4-BE49-F238E27FC236}">
                <a16:creationId xmlns:a16="http://schemas.microsoft.com/office/drawing/2014/main" id="{C6A4B13A-65A0-4CEA-B55D-94E9D25E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346" y="4909457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H22</a:t>
            </a:r>
          </a:p>
        </p:txBody>
      </p:sp>
      <p:sp>
        <p:nvSpPr>
          <p:cNvPr id="119" name="outer-P76">
            <a:extLst xmlns:a="http://schemas.openxmlformats.org/drawingml/2006/main">
              <a:ext uri="{FF2B5EF4-FFF2-40B4-BE49-F238E27FC236}">
                <a16:creationId xmlns:a16="http://schemas.microsoft.com/office/drawing/2014/main" id="{876609BE-6CE9-412B-8C5D-C949FA92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039" y="4890407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D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20" name="outer-label-P76">
            <a:extLst xmlns:a="http://schemas.openxmlformats.org/drawingml/2006/main">
              <a:ext uri="{FF2B5EF4-FFF2-40B4-BE49-F238E27FC236}">
                <a16:creationId xmlns:a16="http://schemas.microsoft.com/office/drawing/2014/main" id="{B9E94057-E91B-4030-94B1-7C3C0EE7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89" y="4909457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H23</a:t>
            </a:r>
          </a:p>
        </p:txBody>
      </p:sp>
      <p:sp>
        <p:nvSpPr>
          <p:cNvPr id="121" name="outer-P77">
            <a:extLst xmlns:a="http://schemas.openxmlformats.org/drawingml/2006/main">
              <a:ext uri="{FF2B5EF4-FFF2-40B4-BE49-F238E27FC236}">
                <a16:creationId xmlns:a16="http://schemas.microsoft.com/office/drawing/2014/main" id="{18CFF9A2-0775-488E-A794-3529A1E6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82" y="4890407"/>
            <a:ext cx="500743" cy="500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A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22" name="outer-label-P77">
            <a:extLst xmlns:a="http://schemas.openxmlformats.org/drawingml/2006/main">
              <a:ext uri="{FF2B5EF4-FFF2-40B4-BE49-F238E27FC236}">
                <a16:creationId xmlns:a16="http://schemas.microsoft.com/office/drawing/2014/main" id="{5EF4B1D0-82CA-4A23-A720-A1B52AC0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32" y="4909457"/>
            <a:ext cx="462643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H24</a:t>
            </a:r>
          </a:p>
        </p:txBody>
      </p:sp>
      <p:sp>
        <p:nvSpPr>
          <p:cNvPr id="123" name="outer-frequency-note">
            <a:extLst xmlns:a="http://schemas.openxmlformats.org/drawingml/2006/main">
              <a:ext uri="{FF2B5EF4-FFF2-40B4-BE49-F238E27FC236}">
                <a16:creationId xmlns:a16="http://schemas.microsoft.com/office/drawing/2014/main" id="{33A3B6FF-E03E-4F9E-8BA2-AD214CD3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Hₖ决定该宏格使用的距离/方位调制频率</a:t>
            </a:r>
          </a:p>
        </p:txBody>
      </p:sp>
      <p:sp>
        <p:nvSpPr>
          <p:cNvPr id="124" name="inner-delay-panel">
            <a:extLst xmlns:a="http://schemas.openxmlformats.org/drawingml/2006/main">
              <a:ext uri="{FF2B5EF4-FFF2-40B4-BE49-F238E27FC236}">
                <a16:creationId xmlns:a16="http://schemas.microsoft.com/office/drawing/2014/main" id="{80858E50-D12B-48F6-B58A-12838347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333500"/>
            <a:ext cx="2857500" cy="4533900"/>
          </a:xfrm>
          <a:prstGeom xmlns:a="http://schemas.openxmlformats.org/drawingml/2006/main" prst="roundRect">
            <a:avLst>
              <a:gd name="adj" fmla="val 2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25" name="inner-delay-title">
            <a:extLst xmlns:a="http://schemas.openxmlformats.org/drawingml/2006/main">
              <a:ext uri="{FF2B5EF4-FFF2-40B4-BE49-F238E27FC236}">
                <a16:creationId xmlns:a16="http://schemas.microsoft.com/office/drawing/2014/main" id="{3455F7E3-8CA6-45F0-B251-2E84B7E1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09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② 任取一个Pᵣ꜀：内部4×4时延</a:t>
            </a:r>
          </a:p>
        </p:txBody>
      </p:sp>
      <p:sp>
        <p:nvSpPr>
          <p:cNvPr id="126" name="inner-col-1">
            <a:extLst xmlns:a="http://schemas.openxmlformats.org/drawingml/2006/main">
              <a:ext uri="{FF2B5EF4-FFF2-40B4-BE49-F238E27FC236}">
                <a16:creationId xmlns:a16="http://schemas.microsoft.com/office/drawing/2014/main" id="{7C1C836B-866F-4621-A9D1-F054F469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A1</a:t>
            </a:r>
          </a:p>
        </p:txBody>
      </p:sp>
      <p:sp>
        <p:nvSpPr>
          <p:cNvPr id="127" name="inner-col-2">
            <a:extLst xmlns:a="http://schemas.openxmlformats.org/drawingml/2006/main">
              <a:ext uri="{FF2B5EF4-FFF2-40B4-BE49-F238E27FC236}">
                <a16:creationId xmlns:a16="http://schemas.microsoft.com/office/drawing/2014/main" id="{C697BBC9-1C5B-4DB3-8760-D4D07538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A2</a:t>
            </a:r>
          </a:p>
        </p:txBody>
      </p:sp>
      <p:sp>
        <p:nvSpPr>
          <p:cNvPr id="128" name="inner-col-3">
            <a:extLst xmlns:a="http://schemas.openxmlformats.org/drawingml/2006/main">
              <a:ext uri="{FF2B5EF4-FFF2-40B4-BE49-F238E27FC236}">
                <a16:creationId xmlns:a16="http://schemas.microsoft.com/office/drawing/2014/main" id="{5CF237F5-851A-4DBD-9C5E-139BEEA4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  <p:sp>
        <p:nvSpPr>
          <p:cNvPr id="129" name="inner-col-4">
            <a:extLst xmlns:a="http://schemas.openxmlformats.org/drawingml/2006/main">
              <a:ext uri="{FF2B5EF4-FFF2-40B4-BE49-F238E27FC236}">
                <a16:creationId xmlns:a16="http://schemas.microsoft.com/office/drawing/2014/main" id="{C03B76B1-FA78-4D1B-977E-BE3E64EA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1685925"/>
            <a:ext cx="604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A4</a:t>
            </a:r>
          </a:p>
        </p:txBody>
      </p:sp>
      <p:sp>
        <p:nvSpPr>
          <p:cNvPr id="130" name="inner-row-1">
            <a:extLst xmlns:a="http://schemas.openxmlformats.org/drawingml/2006/main">
              <a:ext uri="{FF2B5EF4-FFF2-40B4-BE49-F238E27FC236}">
                <a16:creationId xmlns:a16="http://schemas.microsoft.com/office/drawing/2014/main" id="{32D92847-B07B-4CC2-9433-29DC16EF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R1</a:t>
            </a:r>
          </a:p>
        </p:txBody>
      </p:sp>
      <p:sp>
        <p:nvSpPr>
          <p:cNvPr id="131" name="inner-row-2">
            <a:extLst xmlns:a="http://schemas.openxmlformats.org/drawingml/2006/main">
              <a:ext uri="{FF2B5EF4-FFF2-40B4-BE49-F238E27FC236}">
                <a16:creationId xmlns:a16="http://schemas.microsoft.com/office/drawing/2014/main" id="{F4FE388E-18D3-470B-A5F2-04C21DA7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90788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R2</a:t>
            </a:r>
          </a:p>
        </p:txBody>
      </p:sp>
      <p:sp>
        <p:nvSpPr>
          <p:cNvPr id="132" name="inner-row-3">
            <a:extLst xmlns:a="http://schemas.openxmlformats.org/drawingml/2006/main">
              <a:ext uri="{FF2B5EF4-FFF2-40B4-BE49-F238E27FC236}">
                <a16:creationId xmlns:a16="http://schemas.microsoft.com/office/drawing/2014/main" id="{63E91E7E-54AA-4D6C-9734-49EA6F30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95625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R3</a:t>
            </a:r>
          </a:p>
        </p:txBody>
      </p:sp>
      <p:sp>
        <p:nvSpPr>
          <p:cNvPr id="133" name="inner-row-4">
            <a:extLst xmlns:a="http://schemas.openxmlformats.org/drawingml/2006/main">
              <a:ext uri="{FF2B5EF4-FFF2-40B4-BE49-F238E27FC236}">
                <a16:creationId xmlns:a16="http://schemas.microsoft.com/office/drawing/2014/main" id="{4868A66A-5729-4D25-9BD9-08DAB419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00463"/>
            <a:ext cx="2762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R4</a:t>
            </a:r>
          </a:p>
        </p:txBody>
      </p:sp>
      <p:sp>
        <p:nvSpPr>
          <p:cNvPr id="134" name="inner-P11">
            <a:extLst xmlns:a="http://schemas.openxmlformats.org/drawingml/2006/main">
              <a:ext uri="{FF2B5EF4-FFF2-40B4-BE49-F238E27FC236}">
                <a16:creationId xmlns:a16="http://schemas.microsoft.com/office/drawing/2014/main" id="{460815E0-98D9-4E2A-A24C-1CA3EDA9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35" name="inner-label-P11">
            <a:extLst xmlns:a="http://schemas.openxmlformats.org/drawingml/2006/main">
              <a:ext uri="{FF2B5EF4-FFF2-40B4-BE49-F238E27FC236}">
                <a16:creationId xmlns:a16="http://schemas.microsoft.com/office/drawing/2014/main" id="{02F551CC-F742-45A5-816C-C7068A34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P11</a:t>
            </a:r>
          </a:p>
          <a:p xmlns:a="http://schemas.openxmlformats.org/drawingml/2006/main">
            <a:pPr algn="ctr">
              <a:def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36" name="inner-P12">
            <a:extLst xmlns:a="http://schemas.openxmlformats.org/drawingml/2006/main">
              <a:ext uri="{FF2B5EF4-FFF2-40B4-BE49-F238E27FC236}">
                <a16:creationId xmlns:a16="http://schemas.microsoft.com/office/drawing/2014/main" id="{464DCC15-54FC-4A92-95EF-16DD7FA1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37" name="inner-label-P12">
            <a:extLst xmlns:a="http://schemas.openxmlformats.org/drawingml/2006/main">
              <a:ext uri="{FF2B5EF4-FFF2-40B4-BE49-F238E27FC236}">
                <a16:creationId xmlns:a16="http://schemas.microsoft.com/office/drawing/2014/main" id="{42B5ECFD-F5EE-42CC-89F8-73A1A294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38" name="inner-P13">
            <a:extLst xmlns:a="http://schemas.openxmlformats.org/drawingml/2006/main">
              <a:ext uri="{FF2B5EF4-FFF2-40B4-BE49-F238E27FC236}">
                <a16:creationId xmlns:a16="http://schemas.microsoft.com/office/drawing/2014/main" id="{57B9F7AC-C1CE-4CD3-AB1F-57A0DB20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39" name="inner-label-P13">
            <a:extLst xmlns:a="http://schemas.openxmlformats.org/drawingml/2006/main">
              <a:ext uri="{FF2B5EF4-FFF2-40B4-BE49-F238E27FC236}">
                <a16:creationId xmlns:a16="http://schemas.microsoft.com/office/drawing/2014/main" id="{E853DF85-0022-4C0F-9A44-EA4770D0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40" name="inner-P14">
            <a:extLst xmlns:a="http://schemas.openxmlformats.org/drawingml/2006/main">
              <a:ext uri="{FF2B5EF4-FFF2-40B4-BE49-F238E27FC236}">
                <a16:creationId xmlns:a16="http://schemas.microsoft.com/office/drawing/2014/main" id="{22942451-06AA-411F-9DE5-796187B5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1885950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1" name="inner-label-P14">
            <a:extLst xmlns:a="http://schemas.openxmlformats.org/drawingml/2006/main">
              <a:ext uri="{FF2B5EF4-FFF2-40B4-BE49-F238E27FC236}">
                <a16:creationId xmlns:a16="http://schemas.microsoft.com/office/drawing/2014/main" id="{7A538C5E-2971-44A7-A824-FF42A51F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1895475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42" name="inner-P21">
            <a:extLst xmlns:a="http://schemas.openxmlformats.org/drawingml/2006/main">
              <a:ext uri="{FF2B5EF4-FFF2-40B4-BE49-F238E27FC236}">
                <a16:creationId xmlns:a16="http://schemas.microsoft.com/office/drawing/2014/main" id="{0A540622-BCA4-40C9-9A25-47D4E8EC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3" name="inner-label-P21">
            <a:extLst xmlns:a="http://schemas.openxmlformats.org/drawingml/2006/main">
              <a:ext uri="{FF2B5EF4-FFF2-40B4-BE49-F238E27FC236}">
                <a16:creationId xmlns:a16="http://schemas.microsoft.com/office/drawing/2014/main" id="{9A444D5F-FF3E-458F-AE10-EDDCE10F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P21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44" name="inner-P22">
            <a:extLst xmlns:a="http://schemas.openxmlformats.org/drawingml/2006/main">
              <a:ext uri="{FF2B5EF4-FFF2-40B4-BE49-F238E27FC236}">
                <a16:creationId xmlns:a16="http://schemas.microsoft.com/office/drawing/2014/main" id="{65B78F9B-866E-4E1F-B65A-6BD6EE3A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5" name="inner-label-P22">
            <a:extLst xmlns:a="http://schemas.openxmlformats.org/drawingml/2006/main">
              <a:ext uri="{FF2B5EF4-FFF2-40B4-BE49-F238E27FC236}">
                <a16:creationId xmlns:a16="http://schemas.microsoft.com/office/drawing/2014/main" id="{3447E810-8499-49E7-833F-4E77AF9D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46" name="inner-P23">
            <a:extLst xmlns:a="http://schemas.openxmlformats.org/drawingml/2006/main">
              <a:ext uri="{FF2B5EF4-FFF2-40B4-BE49-F238E27FC236}">
                <a16:creationId xmlns:a16="http://schemas.microsoft.com/office/drawing/2014/main" id="{4A1C33BC-6F02-4EC1-9129-47F5C1F1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7" name="inner-label-P23">
            <a:extLst xmlns:a="http://schemas.openxmlformats.org/drawingml/2006/main">
              <a:ext uri="{FF2B5EF4-FFF2-40B4-BE49-F238E27FC236}">
                <a16:creationId xmlns:a16="http://schemas.microsoft.com/office/drawing/2014/main" id="{DBA41AAE-D788-4679-9259-82A80EA0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48" name="inner-P24">
            <a:extLst xmlns:a="http://schemas.openxmlformats.org/drawingml/2006/main">
              <a:ext uri="{FF2B5EF4-FFF2-40B4-BE49-F238E27FC236}">
                <a16:creationId xmlns:a16="http://schemas.microsoft.com/office/drawing/2014/main" id="{4A0B6B75-2B06-4156-BE23-74F660E2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2490788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9" name="inner-label-P24">
            <a:extLst xmlns:a="http://schemas.openxmlformats.org/drawingml/2006/main">
              <a:ext uri="{FF2B5EF4-FFF2-40B4-BE49-F238E27FC236}">
                <a16:creationId xmlns:a16="http://schemas.microsoft.com/office/drawing/2014/main" id="{DFC267B9-008D-42A2-9838-DC117F1C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2500313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50" name="inner-P31">
            <a:extLst xmlns:a="http://schemas.openxmlformats.org/drawingml/2006/main">
              <a:ext uri="{FF2B5EF4-FFF2-40B4-BE49-F238E27FC236}">
                <a16:creationId xmlns:a16="http://schemas.microsoft.com/office/drawing/2014/main" id="{B39EE638-17CD-4407-819B-9125732F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1" name="inner-label-P31">
            <a:extLst xmlns:a="http://schemas.openxmlformats.org/drawingml/2006/main">
              <a:ext uri="{FF2B5EF4-FFF2-40B4-BE49-F238E27FC236}">
                <a16:creationId xmlns:a16="http://schemas.microsoft.com/office/drawing/2014/main" id="{09DAB047-DBB8-4935-AB1E-2710710D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P31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52" name="inner-P32">
            <a:extLst xmlns:a="http://schemas.openxmlformats.org/drawingml/2006/main">
              <a:ext uri="{FF2B5EF4-FFF2-40B4-BE49-F238E27FC236}">
                <a16:creationId xmlns:a16="http://schemas.microsoft.com/office/drawing/2014/main" id="{E4F85F41-FBAA-4007-A0CB-8C22D933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3" name="inner-label-P32">
            <a:extLst xmlns:a="http://schemas.openxmlformats.org/drawingml/2006/main">
              <a:ext uri="{FF2B5EF4-FFF2-40B4-BE49-F238E27FC236}">
                <a16:creationId xmlns:a16="http://schemas.microsoft.com/office/drawing/2014/main" id="{844002B1-EFA0-44A8-B359-D2F9DCF2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54" name="inner-P33">
            <a:extLst xmlns:a="http://schemas.openxmlformats.org/drawingml/2006/main">
              <a:ext uri="{FF2B5EF4-FFF2-40B4-BE49-F238E27FC236}">
                <a16:creationId xmlns:a16="http://schemas.microsoft.com/office/drawing/2014/main" id="{A013CEEA-2C48-4275-9D1F-EE774FE5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5" name="inner-label-P33">
            <a:extLst xmlns:a="http://schemas.openxmlformats.org/drawingml/2006/main">
              <a:ext uri="{FF2B5EF4-FFF2-40B4-BE49-F238E27FC236}">
                <a16:creationId xmlns:a16="http://schemas.microsoft.com/office/drawing/2014/main" id="{290E22B4-6D47-4025-B38F-BFEDA4FE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56" name="inner-P34">
            <a:extLst xmlns:a="http://schemas.openxmlformats.org/drawingml/2006/main">
              <a:ext uri="{FF2B5EF4-FFF2-40B4-BE49-F238E27FC236}">
                <a16:creationId xmlns:a16="http://schemas.microsoft.com/office/drawing/2014/main" id="{C358174F-5527-4623-A499-59FC28FA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095625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7" name="inner-label-P34">
            <a:extLst xmlns:a="http://schemas.openxmlformats.org/drawingml/2006/main">
              <a:ext uri="{FF2B5EF4-FFF2-40B4-BE49-F238E27FC236}">
                <a16:creationId xmlns:a16="http://schemas.microsoft.com/office/drawing/2014/main" id="{3D8288A6-11F7-49C0-94D7-3D94B5F5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3105150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58" name="inner-P41">
            <a:extLst xmlns:a="http://schemas.openxmlformats.org/drawingml/2006/main">
              <a:ext uri="{FF2B5EF4-FFF2-40B4-BE49-F238E27FC236}">
                <a16:creationId xmlns:a16="http://schemas.microsoft.com/office/drawing/2014/main" id="{A823805F-D71A-4C8A-A607-A02B6323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9" name="inner-label-P41">
            <a:extLst xmlns:a="http://schemas.openxmlformats.org/drawingml/2006/main">
              <a:ext uri="{FF2B5EF4-FFF2-40B4-BE49-F238E27FC236}">
                <a16:creationId xmlns:a16="http://schemas.microsoft.com/office/drawing/2014/main" id="{C43B5DD4-95AE-4925-8C17-8F263D1D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P41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60" name="inner-P42">
            <a:extLst xmlns:a="http://schemas.openxmlformats.org/drawingml/2006/main">
              <a:ext uri="{FF2B5EF4-FFF2-40B4-BE49-F238E27FC236}">
                <a16:creationId xmlns:a16="http://schemas.microsoft.com/office/drawing/2014/main" id="{3FC3540F-A863-4EC2-923D-FCAC3B85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1" name="inner-label-P42">
            <a:extLst xmlns:a="http://schemas.openxmlformats.org/drawingml/2006/main">
              <a:ext uri="{FF2B5EF4-FFF2-40B4-BE49-F238E27FC236}">
                <a16:creationId xmlns:a16="http://schemas.microsoft.com/office/drawing/2014/main" id="{C92299D4-49B1-45A5-A043-D39771AB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P42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62" name="inner-P43">
            <a:extLst xmlns:a="http://schemas.openxmlformats.org/drawingml/2006/main">
              <a:ext uri="{FF2B5EF4-FFF2-40B4-BE49-F238E27FC236}">
                <a16:creationId xmlns:a16="http://schemas.microsoft.com/office/drawing/2014/main" id="{ED2DDCF8-AE5F-473D-9786-FAC7E947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3" name="inner-label-P43">
            <a:extLst xmlns:a="http://schemas.openxmlformats.org/drawingml/2006/main">
              <a:ext uri="{FF2B5EF4-FFF2-40B4-BE49-F238E27FC236}">
                <a16:creationId xmlns:a16="http://schemas.microsoft.com/office/drawing/2014/main" id="{4AAB0FFB-6461-4473-A341-E61A397C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P43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64" name="inner-P44">
            <a:extLst xmlns:a="http://schemas.openxmlformats.org/drawingml/2006/main">
              <a:ext uri="{FF2B5EF4-FFF2-40B4-BE49-F238E27FC236}">
                <a16:creationId xmlns:a16="http://schemas.microsoft.com/office/drawing/2014/main" id="{AA256EC4-0B28-4611-9D39-A3C17383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700463"/>
            <a:ext cx="604838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5" name="inner-label-P44">
            <a:extLst xmlns:a="http://schemas.openxmlformats.org/drawingml/2006/main">
              <a:ext uri="{FF2B5EF4-FFF2-40B4-BE49-F238E27FC236}">
                <a16:creationId xmlns:a16="http://schemas.microsoft.com/office/drawing/2014/main" id="{DA377B7E-B704-419A-A16D-36D323BF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3709988"/>
            <a:ext cx="585788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P44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66" name="inner-delay-note">
            <a:extLst xmlns:a="http://schemas.openxmlformats.org/drawingml/2006/main">
              <a:ext uri="{FF2B5EF4-FFF2-40B4-BE49-F238E27FC236}">
                <a16:creationId xmlns:a16="http://schemas.microsoft.com/office/drawing/2014/main" id="{2981FB4E-923A-474D-A84F-36D04230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24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5CE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C5CE0"/>
                </a:solidFill>
                <a:latin typeface="PingFang SC"/>
                <a:ea typeface="PingFang SC"/>
                <a:cs typeface="PingFang SC"/>
              </a:rPr>
              <a:t>实际时延：tᵣ=dᵣTᵣ，tₐ=dₐTₐ</a:t>
            </a:r>
          </a:p>
        </p:txBody>
      </p:sp>
      <p:sp>
        <p:nvSpPr>
          <p:cNvPr id="167" name="sar-panel">
            <a:extLst xmlns:a="http://schemas.openxmlformats.org/drawingml/2006/main">
              <a:ext uri="{FF2B5EF4-FFF2-40B4-BE49-F238E27FC236}">
                <a16:creationId xmlns:a16="http://schemas.microsoft.com/office/drawing/2014/main" id="{0ACEDE0E-26D0-45E5-9300-D17E6452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333500"/>
            <a:ext cx="3848100" cy="4533900"/>
          </a:xfrm>
          <a:prstGeom xmlns:a="http://schemas.openxmlformats.org/drawingml/2006/main" prst="roundRect">
            <a:avLst>
              <a:gd name="adj" fmla="val 198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68" name="sar-panel-title">
            <a:extLst xmlns:a="http://schemas.openxmlformats.org/drawingml/2006/main">
              <a:ext uri="{FF2B5EF4-FFF2-40B4-BE49-F238E27FC236}">
                <a16:creationId xmlns:a16="http://schemas.microsoft.com/office/drawing/2014/main" id="{92DE9EF6-B32A-4E5C-84DE-D8AF4ECD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097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③ 完整原始回波RD结果</a:t>
            </a:r>
          </a:p>
        </p:txBody>
      </p:sp>
      <p:pic>
        <p:nvPicPr>
          <p:cNvPr id="3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0a6a77fa04e11"/>
          <a:stretch xmlns:a="http://schemas.openxmlformats.org/drawingml/2006/main"/>
        </p:blipFill>
        <p:spPr>
          <a:xfrm xmlns:a="http://schemas.openxmlformats.org/drawingml/2006/main">
            <a:off x="8020050" y="2000752"/>
            <a:ext cx="3695700" cy="35232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55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C2837-3A30-428D-8149-8E91382B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手机手绘 → 超表面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C2A1E-FF8A-4A1A-8B86-A2BA263D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手机草图编译器：图片→7×7掩膜→整数通道表→2-bit时序→SAR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F81A0-3EB4-4C4C-9A68-B8B3520E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6FB0B-E295-4D61-A720-A2FA1635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E397E-4DD7-4553-B54E-3DA512C5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28750"/>
            <a:ext cx="4133850" cy="426720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F293C-947A-418B-BD9C-C2D5BD3F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002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C5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C5CE0"/>
                </a:solidFill>
                <a:latin typeface="PingFang SC"/>
                <a:ea typeface="PingFang SC"/>
                <a:cs typeface="PingFang SC"/>
              </a:rPr>
              <a:t>自动生成内容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EDDDF-C270-4532-A2C3-CEEFC00B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9775"/>
            <a:ext cx="371475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读取phone_sketch.png并缩放/阈值化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提取所有有效像素的目标坐标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把4×4/5×5/7×7宏格均衡分配给各坐标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计算每个通道的距离、方位调制频率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附加内部4×4循环时延零陷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导出逐宏格CSV并直接生成原始回波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执行距离压缩、RCMC与方位压缩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6E64E-507D-48F6-B87A-0BB7BFEA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手机图片先编译成7×7的Pᵣ꜀→Hₖ表，再为每个宏格展开同一套4×4时延子矩阵并生成2-bit控制序列。即换图、不换硬件。 </a:t>
            </a:r>
          </a:p>
        </p:txBody>
      </p:sp>
      <p:sp>
        <p:nvSpPr>
          <p:cNvPr id="12" name="outer-array-panel">
            <a:extLst xmlns:a="http://schemas.openxmlformats.org/drawingml/2006/main">
              <a:ext uri="{FF2B5EF4-FFF2-40B4-BE49-F238E27FC236}">
                <a16:creationId xmlns:a16="http://schemas.microsoft.com/office/drawing/2014/main" id="{849FF250-CDDD-46F2-8E7A-D8A33536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600450" cy="4267200"/>
          </a:xfrm>
          <a:prstGeom xmlns:a="http://schemas.openxmlformats.org/drawingml/2006/main" prst="roundRect">
            <a:avLst>
              <a:gd name="adj" fmla="val 211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3" name="outer-array-title">
            <a:extLst xmlns:a="http://schemas.openxmlformats.org/drawingml/2006/main">
              <a:ext uri="{FF2B5EF4-FFF2-40B4-BE49-F238E27FC236}">
                <a16:creationId xmlns:a16="http://schemas.microsoft.com/office/drawing/2014/main" id="{A4587973-6E10-41D8-BA53-DC82FC80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① 外层 7×7 宏格：Pᵣ꜀ → Hₖ</a:t>
            </a:r>
          </a:p>
        </p:txBody>
      </p:sp>
      <p:sp>
        <p:nvSpPr>
          <p:cNvPr id="14" name="outer-col-1">
            <a:extLst xmlns:a="http://schemas.openxmlformats.org/drawingml/2006/main">
              <a:ext uri="{FF2B5EF4-FFF2-40B4-BE49-F238E27FC236}">
                <a16:creationId xmlns:a16="http://schemas.microsoft.com/office/drawing/2014/main" id="{967BC244-5B3D-4D04-B3C1-FAD21AF6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45311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A1</a:t>
            </a:r>
          </a:p>
        </p:txBody>
      </p:sp>
      <p:sp>
        <p:nvSpPr>
          <p:cNvPr id="15" name="outer-col-2">
            <a:extLst xmlns:a="http://schemas.openxmlformats.org/drawingml/2006/main">
              <a:ext uri="{FF2B5EF4-FFF2-40B4-BE49-F238E27FC236}">
                <a16:creationId xmlns:a16="http://schemas.microsoft.com/office/drawing/2014/main" id="{90469EF8-9977-43FC-A149-747395DD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43" y="1752600"/>
            <a:ext cx="45311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A2</a:t>
            </a:r>
          </a:p>
        </p:txBody>
      </p:sp>
      <p:sp>
        <p:nvSpPr>
          <p:cNvPr id="16" name="outer-col-3">
            <a:extLst xmlns:a="http://schemas.openxmlformats.org/drawingml/2006/main">
              <a:ext uri="{FF2B5EF4-FFF2-40B4-BE49-F238E27FC236}">
                <a16:creationId xmlns:a16="http://schemas.microsoft.com/office/drawing/2014/main" id="{A35822EE-7E62-45B4-9320-66DAB507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561" y="1752600"/>
            <a:ext cx="45311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  <p:sp>
        <p:nvSpPr>
          <p:cNvPr id="17" name="outer-col-4">
            <a:extLst xmlns:a="http://schemas.openxmlformats.org/drawingml/2006/main">
              <a:ext uri="{FF2B5EF4-FFF2-40B4-BE49-F238E27FC236}">
                <a16:creationId xmlns:a16="http://schemas.microsoft.com/office/drawing/2014/main" id="{141DA759-BCDD-4E68-BA0F-6134B790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679" y="1752600"/>
            <a:ext cx="45311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A4</a:t>
            </a:r>
          </a:p>
        </p:txBody>
      </p:sp>
      <p:sp>
        <p:nvSpPr>
          <p:cNvPr id="18" name="outer-col-5">
            <a:extLst xmlns:a="http://schemas.openxmlformats.org/drawingml/2006/main">
              <a:ext uri="{FF2B5EF4-FFF2-40B4-BE49-F238E27FC236}">
                <a16:creationId xmlns:a16="http://schemas.microsoft.com/office/drawing/2014/main" id="{1F96ED89-AEBF-4BC3-BD16-E7DEBBD8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796" y="1752600"/>
            <a:ext cx="45311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A5</a:t>
            </a:r>
          </a:p>
        </p:txBody>
      </p:sp>
      <p:sp>
        <p:nvSpPr>
          <p:cNvPr id="19" name="outer-col-6">
            <a:extLst xmlns:a="http://schemas.openxmlformats.org/drawingml/2006/main">
              <a:ext uri="{FF2B5EF4-FFF2-40B4-BE49-F238E27FC236}">
                <a16:creationId xmlns:a16="http://schemas.microsoft.com/office/drawing/2014/main" id="{2A1DFA50-B6C2-486E-BD10-74EB2DC4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914" y="1752600"/>
            <a:ext cx="45311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A6</a:t>
            </a:r>
          </a:p>
        </p:txBody>
      </p:sp>
      <p:sp>
        <p:nvSpPr>
          <p:cNvPr id="20" name="outer-col-7">
            <a:extLst xmlns:a="http://schemas.openxmlformats.org/drawingml/2006/main">
              <a:ext uri="{FF2B5EF4-FFF2-40B4-BE49-F238E27FC236}">
                <a16:creationId xmlns:a16="http://schemas.microsoft.com/office/drawing/2014/main" id="{72013A00-1979-442A-AE01-8C58EC10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032" y="1752600"/>
            <a:ext cx="45311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A7</a:t>
            </a:r>
          </a:p>
        </p:txBody>
      </p:sp>
      <p:sp>
        <p:nvSpPr>
          <p:cNvPr id="21" name="outer-row-1">
            <a:extLst xmlns:a="http://schemas.openxmlformats.org/drawingml/2006/main">
              <a:ext uri="{FF2B5EF4-FFF2-40B4-BE49-F238E27FC236}">
                <a16:creationId xmlns:a16="http://schemas.microsoft.com/office/drawing/2014/main" id="{323A581B-8147-4089-9F38-BFF2C289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1200"/>
            <a:ext cx="247650" cy="453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7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R1</a:t>
            </a:r>
          </a:p>
        </p:txBody>
      </p:sp>
      <p:sp>
        <p:nvSpPr>
          <p:cNvPr id="22" name="outer-row-2">
            <a:extLst xmlns:a="http://schemas.openxmlformats.org/drawingml/2006/main">
              <a:ext uri="{FF2B5EF4-FFF2-40B4-BE49-F238E27FC236}">
                <a16:creationId xmlns:a16="http://schemas.microsoft.com/office/drawing/2014/main" id="{B1D8B33A-DC02-4531-925C-E77D08EE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34318"/>
            <a:ext cx="247650" cy="453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R2</a:t>
            </a:r>
          </a:p>
        </p:txBody>
      </p:sp>
      <p:sp>
        <p:nvSpPr>
          <p:cNvPr id="23" name="outer-row-3">
            <a:extLst xmlns:a="http://schemas.openxmlformats.org/drawingml/2006/main">
              <a:ext uri="{FF2B5EF4-FFF2-40B4-BE49-F238E27FC236}">
                <a16:creationId xmlns:a16="http://schemas.microsoft.com/office/drawing/2014/main" id="{29FBAB74-CC8F-4E83-AA39-E61865E1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87436"/>
            <a:ext cx="247650" cy="453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R3</a:t>
            </a:r>
          </a:p>
        </p:txBody>
      </p:sp>
      <p:sp>
        <p:nvSpPr>
          <p:cNvPr id="24" name="outer-row-4">
            <a:extLst xmlns:a="http://schemas.openxmlformats.org/drawingml/2006/main">
              <a:ext uri="{FF2B5EF4-FFF2-40B4-BE49-F238E27FC236}">
                <a16:creationId xmlns:a16="http://schemas.microsoft.com/office/drawing/2014/main" id="{F6DE428D-20F3-4FAF-AF9E-66D5CF71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40554"/>
            <a:ext cx="247650" cy="453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R4</a:t>
            </a:r>
          </a:p>
        </p:txBody>
      </p:sp>
      <p:sp>
        <p:nvSpPr>
          <p:cNvPr id="25" name="outer-row-5">
            <a:extLst xmlns:a="http://schemas.openxmlformats.org/drawingml/2006/main">
              <a:ext uri="{FF2B5EF4-FFF2-40B4-BE49-F238E27FC236}">
                <a16:creationId xmlns:a16="http://schemas.microsoft.com/office/drawing/2014/main" id="{5B822A6E-F8BF-4631-B9EE-2401FBB0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93671"/>
            <a:ext cx="247650" cy="453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R5</a:t>
            </a:r>
          </a:p>
        </p:txBody>
      </p:sp>
      <p:sp>
        <p:nvSpPr>
          <p:cNvPr id="26" name="outer-row-6">
            <a:extLst xmlns:a="http://schemas.openxmlformats.org/drawingml/2006/main">
              <a:ext uri="{FF2B5EF4-FFF2-40B4-BE49-F238E27FC236}">
                <a16:creationId xmlns:a16="http://schemas.microsoft.com/office/drawing/2014/main" id="{7F9508B4-AA73-4DF6-A8D2-5E33FA37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46789"/>
            <a:ext cx="247650" cy="453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R6</a:t>
            </a:r>
          </a:p>
        </p:txBody>
      </p:sp>
      <p:sp>
        <p:nvSpPr>
          <p:cNvPr id="27" name="outer-row-7">
            <a:extLst xmlns:a="http://schemas.openxmlformats.org/drawingml/2006/main">
              <a:ext uri="{FF2B5EF4-FFF2-40B4-BE49-F238E27FC236}">
                <a16:creationId xmlns:a16="http://schemas.microsoft.com/office/drawing/2014/main" id="{39AA8E59-72F3-48F3-931A-8AA9F693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99907"/>
            <a:ext cx="247650" cy="453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6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R7</a:t>
            </a:r>
          </a:p>
        </p:txBody>
      </p:sp>
      <p:sp>
        <p:nvSpPr>
          <p:cNvPr id="28" name="outer-P11">
            <a:extLst xmlns:a="http://schemas.openxmlformats.org/drawingml/2006/main">
              <a:ext uri="{FF2B5EF4-FFF2-40B4-BE49-F238E27FC236}">
                <a16:creationId xmlns:a16="http://schemas.microsoft.com/office/drawing/2014/main" id="{ABDF8EF3-342B-428B-9737-94EB7E58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9" name="outer-label-P11">
            <a:extLst xmlns:a="http://schemas.openxmlformats.org/drawingml/2006/main">
              <a:ext uri="{FF2B5EF4-FFF2-40B4-BE49-F238E27FC236}">
                <a16:creationId xmlns:a16="http://schemas.microsoft.com/office/drawing/2014/main" id="{A8CAEB0D-BBD8-4F42-9F76-CA2CA93C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30" name="outer-P12">
            <a:extLst xmlns:a="http://schemas.openxmlformats.org/drawingml/2006/main">
              <a:ext uri="{FF2B5EF4-FFF2-40B4-BE49-F238E27FC236}">
                <a16:creationId xmlns:a16="http://schemas.microsoft.com/office/drawing/2014/main" id="{ADACA1B8-3371-4F1F-921C-128D9AE9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43" y="1981200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1" name="outer-label-P12">
            <a:extLst xmlns:a="http://schemas.openxmlformats.org/drawingml/2006/main">
              <a:ext uri="{FF2B5EF4-FFF2-40B4-BE49-F238E27FC236}">
                <a16:creationId xmlns:a16="http://schemas.microsoft.com/office/drawing/2014/main" id="{6E75CC7E-A6F6-40E7-B339-AD8B843C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493" y="2000250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32" name="outer-P13">
            <a:extLst xmlns:a="http://schemas.openxmlformats.org/drawingml/2006/main">
              <a:ext uri="{FF2B5EF4-FFF2-40B4-BE49-F238E27FC236}">
                <a16:creationId xmlns:a16="http://schemas.microsoft.com/office/drawing/2014/main" id="{EEEF1A0E-1358-46FD-8C45-382B8B9D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561" y="1981200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3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3" name="outer-label-P13">
            <a:extLst xmlns:a="http://schemas.openxmlformats.org/drawingml/2006/main">
              <a:ext uri="{FF2B5EF4-FFF2-40B4-BE49-F238E27FC236}">
                <a16:creationId xmlns:a16="http://schemas.microsoft.com/office/drawing/2014/main" id="{CA6AE86F-1EAF-4256-8304-CB995931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11" y="2000250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34" name="outer-P14">
            <a:extLst xmlns:a="http://schemas.openxmlformats.org/drawingml/2006/main">
              <a:ext uri="{FF2B5EF4-FFF2-40B4-BE49-F238E27FC236}">
                <a16:creationId xmlns:a16="http://schemas.microsoft.com/office/drawing/2014/main" id="{AD5DD870-534F-46B7-B0CD-8E0A7294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679" y="1981200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5" name="outer-label-P14">
            <a:extLst xmlns:a="http://schemas.openxmlformats.org/drawingml/2006/main">
              <a:ext uri="{FF2B5EF4-FFF2-40B4-BE49-F238E27FC236}">
                <a16:creationId xmlns:a16="http://schemas.microsoft.com/office/drawing/2014/main" id="{17F9B8F0-99FE-445E-944F-C949CAB3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729" y="2000250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36" name="outer-P15">
            <a:extLst xmlns:a="http://schemas.openxmlformats.org/drawingml/2006/main">
              <a:ext uri="{FF2B5EF4-FFF2-40B4-BE49-F238E27FC236}">
                <a16:creationId xmlns:a16="http://schemas.microsoft.com/office/drawing/2014/main" id="{670B6585-72FB-42A5-86C0-B024910F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796" y="1981200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7" name="outer-label-P15">
            <a:extLst xmlns:a="http://schemas.openxmlformats.org/drawingml/2006/main">
              <a:ext uri="{FF2B5EF4-FFF2-40B4-BE49-F238E27FC236}">
                <a16:creationId xmlns:a16="http://schemas.microsoft.com/office/drawing/2014/main" id="{246EB542-654D-4E81-93E1-140052AB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846" y="2000250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38" name="outer-P16">
            <a:extLst xmlns:a="http://schemas.openxmlformats.org/drawingml/2006/main">
              <a:ext uri="{FF2B5EF4-FFF2-40B4-BE49-F238E27FC236}">
                <a16:creationId xmlns:a16="http://schemas.microsoft.com/office/drawing/2014/main" id="{57799388-DE32-4A3D-9570-A990E5D8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914" y="1981200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9" name="outer-label-P16">
            <a:extLst xmlns:a="http://schemas.openxmlformats.org/drawingml/2006/main">
              <a:ext uri="{FF2B5EF4-FFF2-40B4-BE49-F238E27FC236}">
                <a16:creationId xmlns:a16="http://schemas.microsoft.com/office/drawing/2014/main" id="{0F5D8F4B-1552-47E4-9F17-5CA44152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964" y="2000250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H6</a:t>
            </a:r>
          </a:p>
        </p:txBody>
      </p:sp>
      <p:sp>
        <p:nvSpPr>
          <p:cNvPr id="40" name="outer-P17">
            <a:extLst xmlns:a="http://schemas.openxmlformats.org/drawingml/2006/main">
              <a:ext uri="{FF2B5EF4-FFF2-40B4-BE49-F238E27FC236}">
                <a16:creationId xmlns:a16="http://schemas.microsoft.com/office/drawing/2014/main" id="{EF98D82C-BA6C-4E06-B2D6-3B326C38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032" y="1981200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1" name="outer-label-P17">
            <a:extLst xmlns:a="http://schemas.openxmlformats.org/drawingml/2006/main">
              <a:ext uri="{FF2B5EF4-FFF2-40B4-BE49-F238E27FC236}">
                <a16:creationId xmlns:a16="http://schemas.microsoft.com/office/drawing/2014/main" id="{CC382EA9-693C-4412-B0F4-D321FD00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082" y="2000250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H7</a:t>
            </a:r>
          </a:p>
        </p:txBody>
      </p:sp>
      <p:sp>
        <p:nvSpPr>
          <p:cNvPr id="42" name="outer-P21">
            <a:extLst xmlns:a="http://schemas.openxmlformats.org/drawingml/2006/main">
              <a:ext uri="{FF2B5EF4-FFF2-40B4-BE49-F238E27FC236}">
                <a16:creationId xmlns:a16="http://schemas.microsoft.com/office/drawing/2014/main" id="{5B796B89-C27E-4EC0-B924-6129273F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34318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E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3" name="outer-label-P21">
            <a:extLst xmlns:a="http://schemas.openxmlformats.org/drawingml/2006/main">
              <a:ext uri="{FF2B5EF4-FFF2-40B4-BE49-F238E27FC236}">
                <a16:creationId xmlns:a16="http://schemas.microsoft.com/office/drawing/2014/main" id="{D34BB247-D155-489A-8B53-C1222AFA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3368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H14</a:t>
            </a:r>
          </a:p>
        </p:txBody>
      </p:sp>
      <p:sp>
        <p:nvSpPr>
          <p:cNvPr id="44" name="outer-P22">
            <a:extLst xmlns:a="http://schemas.openxmlformats.org/drawingml/2006/main">
              <a:ext uri="{FF2B5EF4-FFF2-40B4-BE49-F238E27FC236}">
                <a16:creationId xmlns:a16="http://schemas.microsoft.com/office/drawing/2014/main" id="{62183F6E-091D-4D0E-898E-D04DAD37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43" y="2434318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5" name="outer-label-P22">
            <a:extLst xmlns:a="http://schemas.openxmlformats.org/drawingml/2006/main">
              <a:ext uri="{FF2B5EF4-FFF2-40B4-BE49-F238E27FC236}">
                <a16:creationId xmlns:a16="http://schemas.microsoft.com/office/drawing/2014/main" id="{AD701118-D19B-41DB-8FF8-D85F1524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493" y="2453368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H13</a:t>
            </a:r>
          </a:p>
        </p:txBody>
      </p:sp>
      <p:sp>
        <p:nvSpPr>
          <p:cNvPr id="46" name="outer-P23">
            <a:extLst xmlns:a="http://schemas.openxmlformats.org/drawingml/2006/main">
              <a:ext uri="{FF2B5EF4-FFF2-40B4-BE49-F238E27FC236}">
                <a16:creationId xmlns:a16="http://schemas.microsoft.com/office/drawing/2014/main" id="{F40751F9-1EC6-47A7-9013-3115E782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561" y="2434318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7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7" name="outer-label-P23">
            <a:extLst xmlns:a="http://schemas.openxmlformats.org/drawingml/2006/main">
              <a:ext uri="{FF2B5EF4-FFF2-40B4-BE49-F238E27FC236}">
                <a16:creationId xmlns:a16="http://schemas.microsoft.com/office/drawing/2014/main" id="{83E595BA-E04E-4298-9CEC-86801B13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11" y="2453368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H12</a:t>
            </a:r>
          </a:p>
        </p:txBody>
      </p:sp>
      <p:sp>
        <p:nvSpPr>
          <p:cNvPr id="48" name="outer-P24">
            <a:extLst xmlns:a="http://schemas.openxmlformats.org/drawingml/2006/main">
              <a:ext uri="{FF2B5EF4-FFF2-40B4-BE49-F238E27FC236}">
                <a16:creationId xmlns:a16="http://schemas.microsoft.com/office/drawing/2014/main" id="{C1C807FC-9920-4251-8EB0-13F5D0D3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679" y="2434318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C3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49" name="outer-label-P24">
            <a:extLst xmlns:a="http://schemas.openxmlformats.org/drawingml/2006/main">
              <a:ext uri="{FF2B5EF4-FFF2-40B4-BE49-F238E27FC236}">
                <a16:creationId xmlns:a16="http://schemas.microsoft.com/office/drawing/2014/main" id="{5E7A005C-93B3-43A4-962B-6E69FBFE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729" y="2453368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H11</a:t>
            </a:r>
          </a:p>
        </p:txBody>
      </p:sp>
      <p:sp>
        <p:nvSpPr>
          <p:cNvPr id="50" name="outer-P25">
            <a:extLst xmlns:a="http://schemas.openxmlformats.org/drawingml/2006/main">
              <a:ext uri="{FF2B5EF4-FFF2-40B4-BE49-F238E27FC236}">
                <a16:creationId xmlns:a16="http://schemas.microsoft.com/office/drawing/2014/main" id="{A7C9BACA-212F-437D-A72A-166FDCC8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796" y="2434318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C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1" name="outer-label-P25">
            <a:extLst xmlns:a="http://schemas.openxmlformats.org/drawingml/2006/main">
              <a:ext uri="{FF2B5EF4-FFF2-40B4-BE49-F238E27FC236}">
                <a16:creationId xmlns:a16="http://schemas.microsoft.com/office/drawing/2014/main" id="{F62AEFF1-80BE-4766-A78B-59C8A83E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846" y="2453368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H10</a:t>
            </a:r>
          </a:p>
        </p:txBody>
      </p:sp>
      <p:sp>
        <p:nvSpPr>
          <p:cNvPr id="52" name="outer-P26">
            <a:extLst xmlns:a="http://schemas.openxmlformats.org/drawingml/2006/main">
              <a:ext uri="{FF2B5EF4-FFF2-40B4-BE49-F238E27FC236}">
                <a16:creationId xmlns:a16="http://schemas.microsoft.com/office/drawing/2014/main" id="{53ED27BE-9861-4B9A-B1FD-6D68F3F2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914" y="2434318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A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3" name="outer-label-P26">
            <a:extLst xmlns:a="http://schemas.openxmlformats.org/drawingml/2006/main">
              <a:ext uri="{FF2B5EF4-FFF2-40B4-BE49-F238E27FC236}">
                <a16:creationId xmlns:a16="http://schemas.microsoft.com/office/drawing/2014/main" id="{34C1198B-38CE-4046-8710-069B420B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964" y="2453368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H9</a:t>
            </a:r>
          </a:p>
        </p:txBody>
      </p:sp>
      <p:sp>
        <p:nvSpPr>
          <p:cNvPr id="54" name="outer-P27">
            <a:extLst xmlns:a="http://schemas.openxmlformats.org/drawingml/2006/main">
              <a:ext uri="{FF2B5EF4-FFF2-40B4-BE49-F238E27FC236}">
                <a16:creationId xmlns:a16="http://schemas.microsoft.com/office/drawing/2014/main" id="{9524C45C-3469-4C99-87E8-D0E86796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032" y="2434318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E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5" name="outer-label-P27">
            <a:extLst xmlns:a="http://schemas.openxmlformats.org/drawingml/2006/main">
              <a:ext uri="{FF2B5EF4-FFF2-40B4-BE49-F238E27FC236}">
                <a16:creationId xmlns:a16="http://schemas.microsoft.com/office/drawing/2014/main" id="{4DEF42BA-78D9-4AD6-B3A3-0BD0263C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082" y="2453368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H8</a:t>
            </a:r>
          </a:p>
        </p:txBody>
      </p:sp>
      <p:sp>
        <p:nvSpPr>
          <p:cNvPr id="56" name="outer-P31">
            <a:extLst xmlns:a="http://schemas.openxmlformats.org/drawingml/2006/main">
              <a:ext uri="{FF2B5EF4-FFF2-40B4-BE49-F238E27FC236}">
                <a16:creationId xmlns:a16="http://schemas.microsoft.com/office/drawing/2014/main" id="{ABCCEF96-AF5B-46D0-AADF-38F0DF80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87436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7" name="outer-label-P31">
            <a:extLst xmlns:a="http://schemas.openxmlformats.org/drawingml/2006/main">
              <a:ext uri="{FF2B5EF4-FFF2-40B4-BE49-F238E27FC236}">
                <a16:creationId xmlns:a16="http://schemas.microsoft.com/office/drawing/2014/main" id="{EB4F527F-8CBC-4038-9202-FA3F910C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6486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H15</a:t>
            </a:r>
          </a:p>
        </p:txBody>
      </p:sp>
      <p:sp>
        <p:nvSpPr>
          <p:cNvPr id="58" name="outer-P32">
            <a:extLst xmlns:a="http://schemas.openxmlformats.org/drawingml/2006/main">
              <a:ext uri="{FF2B5EF4-FFF2-40B4-BE49-F238E27FC236}">
                <a16:creationId xmlns:a16="http://schemas.microsoft.com/office/drawing/2014/main" id="{2935E420-39DA-4126-953F-DA203603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43" y="2887436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59" name="outer-label-P32">
            <a:extLst xmlns:a="http://schemas.openxmlformats.org/drawingml/2006/main">
              <a:ext uri="{FF2B5EF4-FFF2-40B4-BE49-F238E27FC236}">
                <a16:creationId xmlns:a16="http://schemas.microsoft.com/office/drawing/2014/main" id="{780F893D-473E-4F08-9695-C274E792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493" y="2906486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H16</a:t>
            </a:r>
          </a:p>
        </p:txBody>
      </p:sp>
      <p:sp>
        <p:nvSpPr>
          <p:cNvPr id="60" name="outer-P33">
            <a:extLst xmlns:a="http://schemas.openxmlformats.org/drawingml/2006/main">
              <a:ext uri="{FF2B5EF4-FFF2-40B4-BE49-F238E27FC236}">
                <a16:creationId xmlns:a16="http://schemas.microsoft.com/office/drawing/2014/main" id="{2C0DF52E-574F-4B16-BF93-66117770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561" y="2887436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1" name="outer-label-P33">
            <a:extLst xmlns:a="http://schemas.openxmlformats.org/drawingml/2006/main">
              <a:ext uri="{FF2B5EF4-FFF2-40B4-BE49-F238E27FC236}">
                <a16:creationId xmlns:a16="http://schemas.microsoft.com/office/drawing/2014/main" id="{96B453FB-B43A-4B60-9325-17026278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11" y="2906486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H17</a:t>
            </a:r>
          </a:p>
        </p:txBody>
      </p:sp>
      <p:sp>
        <p:nvSpPr>
          <p:cNvPr id="62" name="outer-P34">
            <a:extLst xmlns:a="http://schemas.openxmlformats.org/drawingml/2006/main">
              <a:ext uri="{FF2B5EF4-FFF2-40B4-BE49-F238E27FC236}">
                <a16:creationId xmlns:a16="http://schemas.microsoft.com/office/drawing/2014/main" id="{4FA06E66-3B25-4AF0-A847-18B71EE5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679" y="2887436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3" name="outer-label-P34">
            <a:extLst xmlns:a="http://schemas.openxmlformats.org/drawingml/2006/main">
              <a:ext uri="{FF2B5EF4-FFF2-40B4-BE49-F238E27FC236}">
                <a16:creationId xmlns:a16="http://schemas.microsoft.com/office/drawing/2014/main" id="{393A8DED-38FA-418A-B829-0AAE20CE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729" y="2906486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H18</a:t>
            </a:r>
          </a:p>
        </p:txBody>
      </p:sp>
      <p:sp>
        <p:nvSpPr>
          <p:cNvPr id="64" name="outer-P35">
            <a:extLst xmlns:a="http://schemas.openxmlformats.org/drawingml/2006/main">
              <a:ext uri="{FF2B5EF4-FFF2-40B4-BE49-F238E27FC236}">
                <a16:creationId xmlns:a16="http://schemas.microsoft.com/office/drawing/2014/main" id="{3E75FBEF-8864-49F9-91EF-140BBB11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796" y="2887436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5" name="outer-label-P35">
            <a:extLst xmlns:a="http://schemas.openxmlformats.org/drawingml/2006/main">
              <a:ext uri="{FF2B5EF4-FFF2-40B4-BE49-F238E27FC236}">
                <a16:creationId xmlns:a16="http://schemas.microsoft.com/office/drawing/2014/main" id="{012E3DC3-7AB2-42EE-8EBF-989B8276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846" y="2906486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H19</a:t>
            </a:r>
          </a:p>
        </p:txBody>
      </p:sp>
      <p:sp>
        <p:nvSpPr>
          <p:cNvPr id="66" name="outer-P36">
            <a:extLst xmlns:a="http://schemas.openxmlformats.org/drawingml/2006/main">
              <a:ext uri="{FF2B5EF4-FFF2-40B4-BE49-F238E27FC236}">
                <a16:creationId xmlns:a16="http://schemas.microsoft.com/office/drawing/2014/main" id="{19F54215-4279-4B18-B76C-31CD72E3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914" y="2887436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7" name="outer-label-P36">
            <a:extLst xmlns:a="http://schemas.openxmlformats.org/drawingml/2006/main">
              <a:ext uri="{FF2B5EF4-FFF2-40B4-BE49-F238E27FC236}">
                <a16:creationId xmlns:a16="http://schemas.microsoft.com/office/drawing/2014/main" id="{03896120-DF3C-46B0-91A3-1F4D6B1A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964" y="2906486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H20</a:t>
            </a:r>
          </a:p>
        </p:txBody>
      </p:sp>
      <p:sp>
        <p:nvSpPr>
          <p:cNvPr id="68" name="outer-P37">
            <a:extLst xmlns:a="http://schemas.openxmlformats.org/drawingml/2006/main">
              <a:ext uri="{FF2B5EF4-FFF2-40B4-BE49-F238E27FC236}">
                <a16:creationId xmlns:a16="http://schemas.microsoft.com/office/drawing/2014/main" id="{05293EB6-F277-4B9A-BB3A-E0A7B3E3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032" y="2887436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D2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9" name="outer-label-P37">
            <a:extLst xmlns:a="http://schemas.openxmlformats.org/drawingml/2006/main">
              <a:ext uri="{FF2B5EF4-FFF2-40B4-BE49-F238E27FC236}">
                <a16:creationId xmlns:a16="http://schemas.microsoft.com/office/drawing/2014/main" id="{317B97BD-2D54-41F3-9D24-AFB7FBB5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082" y="2906486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H21</a:t>
            </a:r>
          </a:p>
        </p:txBody>
      </p:sp>
      <p:sp>
        <p:nvSpPr>
          <p:cNvPr id="70" name="outer-P41">
            <a:extLst xmlns:a="http://schemas.openxmlformats.org/drawingml/2006/main">
              <a:ext uri="{FF2B5EF4-FFF2-40B4-BE49-F238E27FC236}">
                <a16:creationId xmlns:a16="http://schemas.microsoft.com/office/drawing/2014/main" id="{BD286C38-03CB-4629-8057-8902B7CD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40554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1" name="outer-label-P41">
            <a:extLst xmlns:a="http://schemas.openxmlformats.org/drawingml/2006/main">
              <a:ext uri="{FF2B5EF4-FFF2-40B4-BE49-F238E27FC236}">
                <a16:creationId xmlns:a16="http://schemas.microsoft.com/office/drawing/2014/main" id="{2900FAE6-F0E7-4276-BA5D-3C726040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9604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H4</a:t>
            </a:r>
          </a:p>
        </p:txBody>
      </p:sp>
      <p:sp>
        <p:nvSpPr>
          <p:cNvPr id="72" name="outer-P42">
            <a:extLst xmlns:a="http://schemas.openxmlformats.org/drawingml/2006/main">
              <a:ext uri="{FF2B5EF4-FFF2-40B4-BE49-F238E27FC236}">
                <a16:creationId xmlns:a16="http://schemas.microsoft.com/office/drawing/2014/main" id="{D7F204ED-7CE1-455E-8280-5ACFD3C8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43" y="3340554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3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3" name="outer-label-P42">
            <a:extLst xmlns:a="http://schemas.openxmlformats.org/drawingml/2006/main">
              <a:ext uri="{FF2B5EF4-FFF2-40B4-BE49-F238E27FC236}">
                <a16:creationId xmlns:a16="http://schemas.microsoft.com/office/drawing/2014/main" id="{7FC3C91B-84D1-4AA0-9737-4BCE9EBB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493" y="3359604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H3</a:t>
            </a:r>
          </a:p>
        </p:txBody>
      </p:sp>
      <p:sp>
        <p:nvSpPr>
          <p:cNvPr id="74" name="outer-P43">
            <a:extLst xmlns:a="http://schemas.openxmlformats.org/drawingml/2006/main">
              <a:ext uri="{FF2B5EF4-FFF2-40B4-BE49-F238E27FC236}">
                <a16:creationId xmlns:a16="http://schemas.microsoft.com/office/drawing/2014/main" id="{3ADC995C-F321-4A23-AADF-95328BB0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561" y="3340554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5" name="outer-label-P43">
            <a:extLst xmlns:a="http://schemas.openxmlformats.org/drawingml/2006/main">
              <a:ext uri="{FF2B5EF4-FFF2-40B4-BE49-F238E27FC236}">
                <a16:creationId xmlns:a16="http://schemas.microsoft.com/office/drawing/2014/main" id="{06E78A65-4CFC-41FE-8312-1CA9ECAB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11" y="3359604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</a:t>
            </a:r>
          </a:p>
        </p:txBody>
      </p:sp>
      <p:sp>
        <p:nvSpPr>
          <p:cNvPr id="76" name="outer-P44">
            <a:extLst xmlns:a="http://schemas.openxmlformats.org/drawingml/2006/main">
              <a:ext uri="{FF2B5EF4-FFF2-40B4-BE49-F238E27FC236}">
                <a16:creationId xmlns:a16="http://schemas.microsoft.com/office/drawing/2014/main" id="{D25D8BBE-89ED-4FF7-A933-C9E05AEF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679" y="3340554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7" name="outer-label-P44">
            <a:extLst xmlns:a="http://schemas.openxmlformats.org/drawingml/2006/main">
              <a:ext uri="{FF2B5EF4-FFF2-40B4-BE49-F238E27FC236}">
                <a16:creationId xmlns:a16="http://schemas.microsoft.com/office/drawing/2014/main" id="{2C5415E3-4E73-496B-AE16-0520114D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729" y="3359604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78" name="outer-P45">
            <a:extLst xmlns:a="http://schemas.openxmlformats.org/drawingml/2006/main">
              <a:ext uri="{FF2B5EF4-FFF2-40B4-BE49-F238E27FC236}">
                <a16:creationId xmlns:a16="http://schemas.microsoft.com/office/drawing/2014/main" id="{A7EB3394-1753-499F-AC40-E370EC60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796" y="3340554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5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9" name="outer-label-P45">
            <a:extLst xmlns:a="http://schemas.openxmlformats.org/drawingml/2006/main">
              <a:ext uri="{FF2B5EF4-FFF2-40B4-BE49-F238E27FC236}">
                <a16:creationId xmlns:a16="http://schemas.microsoft.com/office/drawing/2014/main" id="{9EB32CA3-8FAC-4467-B3F6-06732604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846" y="3359604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H24</a:t>
            </a:r>
          </a:p>
        </p:txBody>
      </p:sp>
      <p:sp>
        <p:nvSpPr>
          <p:cNvPr id="80" name="outer-P46">
            <a:extLst xmlns:a="http://schemas.openxmlformats.org/drawingml/2006/main">
              <a:ext uri="{FF2B5EF4-FFF2-40B4-BE49-F238E27FC236}">
                <a16:creationId xmlns:a16="http://schemas.microsoft.com/office/drawing/2014/main" id="{DCA461FF-2079-4596-9096-3AE6D9C3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914" y="3340554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9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1" name="outer-label-P46">
            <a:extLst xmlns:a="http://schemas.openxmlformats.org/drawingml/2006/main">
              <a:ext uri="{FF2B5EF4-FFF2-40B4-BE49-F238E27FC236}">
                <a16:creationId xmlns:a16="http://schemas.microsoft.com/office/drawing/2014/main" id="{E35013B0-2C0E-487E-AB7A-D0D62FF5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964" y="3359604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H23</a:t>
            </a:r>
          </a:p>
        </p:txBody>
      </p:sp>
      <p:sp>
        <p:nvSpPr>
          <p:cNvPr id="82" name="outer-P47">
            <a:extLst xmlns:a="http://schemas.openxmlformats.org/drawingml/2006/main">
              <a:ext uri="{FF2B5EF4-FFF2-40B4-BE49-F238E27FC236}">
                <a16:creationId xmlns:a16="http://schemas.microsoft.com/office/drawing/2014/main" id="{B6C44E36-8B63-4920-9BDA-6F46BACD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032" y="3340554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DE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3" name="outer-label-P47">
            <a:extLst xmlns:a="http://schemas.openxmlformats.org/drawingml/2006/main">
              <a:ext uri="{FF2B5EF4-FFF2-40B4-BE49-F238E27FC236}">
                <a16:creationId xmlns:a16="http://schemas.microsoft.com/office/drawing/2014/main" id="{734E89E7-FCB1-47D9-8848-0067CFA0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082" y="3359604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H22</a:t>
            </a:r>
          </a:p>
        </p:txBody>
      </p:sp>
      <p:sp>
        <p:nvSpPr>
          <p:cNvPr id="84" name="outer-P51">
            <a:extLst xmlns:a="http://schemas.openxmlformats.org/drawingml/2006/main">
              <a:ext uri="{FF2B5EF4-FFF2-40B4-BE49-F238E27FC236}">
                <a16:creationId xmlns:a16="http://schemas.microsoft.com/office/drawing/2014/main" id="{78A066D0-CD21-4F7D-98E2-A22B7969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93671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5" name="outer-label-P51">
            <a:extLst xmlns:a="http://schemas.openxmlformats.org/drawingml/2006/main">
              <a:ext uri="{FF2B5EF4-FFF2-40B4-BE49-F238E27FC236}">
                <a16:creationId xmlns:a16="http://schemas.microsoft.com/office/drawing/2014/main" id="{10FEB286-3B23-49F6-AA69-C504DC77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2721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H5</a:t>
            </a:r>
          </a:p>
        </p:txBody>
      </p:sp>
      <p:sp>
        <p:nvSpPr>
          <p:cNvPr id="86" name="outer-P52">
            <a:extLst xmlns:a="http://schemas.openxmlformats.org/drawingml/2006/main">
              <a:ext uri="{FF2B5EF4-FFF2-40B4-BE49-F238E27FC236}">
                <a16:creationId xmlns:a16="http://schemas.microsoft.com/office/drawing/2014/main" id="{B75E7868-1855-4148-89B6-E39A02AA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43" y="3793671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7" name="outer-label-P52">
            <a:extLst xmlns:a="http://schemas.openxmlformats.org/drawingml/2006/main">
              <a:ext uri="{FF2B5EF4-FFF2-40B4-BE49-F238E27FC236}">
                <a16:creationId xmlns:a16="http://schemas.microsoft.com/office/drawing/2014/main" id="{5C12C72A-C47C-463A-8DA3-CFA8C55B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493" y="3812721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H6</a:t>
            </a:r>
          </a:p>
        </p:txBody>
      </p:sp>
      <p:sp>
        <p:nvSpPr>
          <p:cNvPr id="88" name="outer-P53">
            <a:extLst xmlns:a="http://schemas.openxmlformats.org/drawingml/2006/main">
              <a:ext uri="{FF2B5EF4-FFF2-40B4-BE49-F238E27FC236}">
                <a16:creationId xmlns:a16="http://schemas.microsoft.com/office/drawing/2014/main" id="{C0668AC1-4698-4E78-9608-0D0DCE1D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561" y="3793671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F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89" name="outer-label-P53">
            <a:extLst xmlns:a="http://schemas.openxmlformats.org/drawingml/2006/main">
              <a:ext uri="{FF2B5EF4-FFF2-40B4-BE49-F238E27FC236}">
                <a16:creationId xmlns:a16="http://schemas.microsoft.com/office/drawing/2014/main" id="{BC21979F-E5FC-4B2F-9C36-1B71321C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11" y="3812721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H7</a:t>
            </a:r>
          </a:p>
        </p:txBody>
      </p:sp>
      <p:sp>
        <p:nvSpPr>
          <p:cNvPr id="90" name="outer-P54">
            <a:extLst xmlns:a="http://schemas.openxmlformats.org/drawingml/2006/main">
              <a:ext uri="{FF2B5EF4-FFF2-40B4-BE49-F238E27FC236}">
                <a16:creationId xmlns:a16="http://schemas.microsoft.com/office/drawing/2014/main" id="{D05E6C54-F3E3-4546-8E13-1D1681A7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679" y="3793671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E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1" name="outer-label-P54">
            <a:extLst xmlns:a="http://schemas.openxmlformats.org/drawingml/2006/main">
              <a:ext uri="{FF2B5EF4-FFF2-40B4-BE49-F238E27FC236}">
                <a16:creationId xmlns:a16="http://schemas.microsoft.com/office/drawing/2014/main" id="{C6F429B1-9925-4366-9F74-119A629D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729" y="3812721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H8</a:t>
            </a:r>
          </a:p>
        </p:txBody>
      </p:sp>
      <p:sp>
        <p:nvSpPr>
          <p:cNvPr id="92" name="outer-P55">
            <a:extLst xmlns:a="http://schemas.openxmlformats.org/drawingml/2006/main">
              <a:ext uri="{FF2B5EF4-FFF2-40B4-BE49-F238E27FC236}">
                <a16:creationId xmlns:a16="http://schemas.microsoft.com/office/drawing/2014/main" id="{FBFCDECC-40CC-43A6-87EB-FEE3E79A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796" y="3793671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DA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3" name="outer-label-P55">
            <a:extLst xmlns:a="http://schemas.openxmlformats.org/drawingml/2006/main">
              <a:ext uri="{FF2B5EF4-FFF2-40B4-BE49-F238E27FC236}">
                <a16:creationId xmlns:a16="http://schemas.microsoft.com/office/drawing/2014/main" id="{00FBAD7A-7740-4F91-A690-0FD68D90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846" y="3812721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H9</a:t>
            </a:r>
          </a:p>
        </p:txBody>
      </p:sp>
      <p:sp>
        <p:nvSpPr>
          <p:cNvPr id="94" name="outer-P56">
            <a:extLst xmlns:a="http://schemas.openxmlformats.org/drawingml/2006/main">
              <a:ext uri="{FF2B5EF4-FFF2-40B4-BE49-F238E27FC236}">
                <a16:creationId xmlns:a16="http://schemas.microsoft.com/office/drawing/2014/main" id="{FBBC6DD2-8C32-4CD9-8038-420CE0C2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914" y="3793671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C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5" name="outer-label-P56">
            <a:extLst xmlns:a="http://schemas.openxmlformats.org/drawingml/2006/main">
              <a:ext uri="{FF2B5EF4-FFF2-40B4-BE49-F238E27FC236}">
                <a16:creationId xmlns:a16="http://schemas.microsoft.com/office/drawing/2014/main" id="{091CAFD6-4065-4538-9CE5-53E05925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964" y="3812721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H10</a:t>
            </a:r>
          </a:p>
        </p:txBody>
      </p:sp>
      <p:sp>
        <p:nvSpPr>
          <p:cNvPr id="96" name="outer-P57">
            <a:extLst xmlns:a="http://schemas.openxmlformats.org/drawingml/2006/main">
              <a:ext uri="{FF2B5EF4-FFF2-40B4-BE49-F238E27FC236}">
                <a16:creationId xmlns:a16="http://schemas.microsoft.com/office/drawing/2014/main" id="{7EDAD326-9560-483F-926D-308CC472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032" y="3793671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FC3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7" name="outer-label-P57">
            <a:extLst xmlns:a="http://schemas.openxmlformats.org/drawingml/2006/main">
              <a:ext uri="{FF2B5EF4-FFF2-40B4-BE49-F238E27FC236}">
                <a16:creationId xmlns:a16="http://schemas.microsoft.com/office/drawing/2014/main" id="{841405A8-8EE3-4315-BFAB-B0631EC5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082" y="3812721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P57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H11</a:t>
            </a:r>
          </a:p>
        </p:txBody>
      </p:sp>
      <p:sp>
        <p:nvSpPr>
          <p:cNvPr id="98" name="outer-P61">
            <a:extLst xmlns:a="http://schemas.openxmlformats.org/drawingml/2006/main">
              <a:ext uri="{FF2B5EF4-FFF2-40B4-BE49-F238E27FC236}">
                <a16:creationId xmlns:a16="http://schemas.microsoft.com/office/drawing/2014/main" id="{9D84320C-1EBA-4813-8296-39A158B0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46789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99" name="outer-label-P61">
            <a:extLst xmlns:a="http://schemas.openxmlformats.org/drawingml/2006/main">
              <a:ext uri="{FF2B5EF4-FFF2-40B4-BE49-F238E27FC236}">
                <a16:creationId xmlns:a16="http://schemas.microsoft.com/office/drawing/2014/main" id="{B89E4A56-5FB3-4AB4-A85B-A8C4499F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65839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H18</a:t>
            </a:r>
          </a:p>
        </p:txBody>
      </p:sp>
      <p:sp>
        <p:nvSpPr>
          <p:cNvPr id="100" name="outer-P62">
            <a:extLst xmlns:a="http://schemas.openxmlformats.org/drawingml/2006/main">
              <a:ext uri="{FF2B5EF4-FFF2-40B4-BE49-F238E27FC236}">
                <a16:creationId xmlns:a16="http://schemas.microsoft.com/office/drawing/2014/main" id="{7937EA7D-DF54-46D8-9845-02FF0170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43" y="4246789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1" name="outer-label-P62">
            <a:extLst xmlns:a="http://schemas.openxmlformats.org/drawingml/2006/main">
              <a:ext uri="{FF2B5EF4-FFF2-40B4-BE49-F238E27FC236}">
                <a16:creationId xmlns:a16="http://schemas.microsoft.com/office/drawing/2014/main" id="{89BDA097-BE88-4506-BB0F-A561EEF2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493" y="4265839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H17</a:t>
            </a:r>
          </a:p>
        </p:txBody>
      </p:sp>
      <p:sp>
        <p:nvSpPr>
          <p:cNvPr id="102" name="outer-P63">
            <a:extLst xmlns:a="http://schemas.openxmlformats.org/drawingml/2006/main">
              <a:ext uri="{FF2B5EF4-FFF2-40B4-BE49-F238E27FC236}">
                <a16:creationId xmlns:a16="http://schemas.microsoft.com/office/drawing/2014/main" id="{6E8EE8FB-FC52-40CF-BAE2-2D6C858A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561" y="4246789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3" name="outer-label-P63">
            <a:extLst xmlns:a="http://schemas.openxmlformats.org/drawingml/2006/main">
              <a:ext uri="{FF2B5EF4-FFF2-40B4-BE49-F238E27FC236}">
                <a16:creationId xmlns:a16="http://schemas.microsoft.com/office/drawing/2014/main" id="{7BD59929-9278-4492-A19E-AEFBCA39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11" y="4265839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H16</a:t>
            </a:r>
          </a:p>
        </p:txBody>
      </p:sp>
      <p:sp>
        <p:nvSpPr>
          <p:cNvPr id="104" name="outer-P64">
            <a:extLst xmlns:a="http://schemas.openxmlformats.org/drawingml/2006/main">
              <a:ext uri="{FF2B5EF4-FFF2-40B4-BE49-F238E27FC236}">
                <a16:creationId xmlns:a16="http://schemas.microsoft.com/office/drawing/2014/main" id="{3852F843-A57D-4751-A536-B97B955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679" y="4246789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5" name="outer-label-P64">
            <a:extLst xmlns:a="http://schemas.openxmlformats.org/drawingml/2006/main">
              <a:ext uri="{FF2B5EF4-FFF2-40B4-BE49-F238E27FC236}">
                <a16:creationId xmlns:a16="http://schemas.microsoft.com/office/drawing/2014/main" id="{736A0E99-927F-4898-A4F9-D88E0A93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729" y="4265839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H15</a:t>
            </a:r>
          </a:p>
        </p:txBody>
      </p:sp>
      <p:sp>
        <p:nvSpPr>
          <p:cNvPr id="106" name="outer-P65">
            <a:extLst xmlns:a="http://schemas.openxmlformats.org/drawingml/2006/main">
              <a:ext uri="{FF2B5EF4-FFF2-40B4-BE49-F238E27FC236}">
                <a16:creationId xmlns:a16="http://schemas.microsoft.com/office/drawing/2014/main" id="{45AB80E3-E4B2-4450-892B-38394103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796" y="4246789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E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7" name="outer-label-P65">
            <a:extLst xmlns:a="http://schemas.openxmlformats.org/drawingml/2006/main">
              <a:ext uri="{FF2B5EF4-FFF2-40B4-BE49-F238E27FC236}">
                <a16:creationId xmlns:a16="http://schemas.microsoft.com/office/drawing/2014/main" id="{9746F43B-5B4E-44B4-A1FC-903BCE13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846" y="4265839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H14</a:t>
            </a:r>
          </a:p>
        </p:txBody>
      </p:sp>
      <p:sp>
        <p:nvSpPr>
          <p:cNvPr id="108" name="outer-P66">
            <a:extLst xmlns:a="http://schemas.openxmlformats.org/drawingml/2006/main">
              <a:ext uri="{FF2B5EF4-FFF2-40B4-BE49-F238E27FC236}">
                <a16:creationId xmlns:a16="http://schemas.microsoft.com/office/drawing/2014/main" id="{760336E7-5B48-4F22-A3C5-1E3FCF1D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914" y="4246789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2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9" name="outer-label-P66">
            <a:extLst xmlns:a="http://schemas.openxmlformats.org/drawingml/2006/main">
              <a:ext uri="{FF2B5EF4-FFF2-40B4-BE49-F238E27FC236}">
                <a16:creationId xmlns:a16="http://schemas.microsoft.com/office/drawing/2014/main" id="{AADEEA8A-54C3-4FF2-9914-A24CCBA9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964" y="4265839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H13</a:t>
            </a:r>
          </a:p>
        </p:txBody>
      </p:sp>
      <p:sp>
        <p:nvSpPr>
          <p:cNvPr id="110" name="outer-P67">
            <a:extLst xmlns:a="http://schemas.openxmlformats.org/drawingml/2006/main">
              <a:ext uri="{FF2B5EF4-FFF2-40B4-BE49-F238E27FC236}">
                <a16:creationId xmlns:a16="http://schemas.microsoft.com/office/drawing/2014/main" id="{6C2405E6-C671-4A96-96C4-D45DA10E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032" y="4246789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7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1" name="outer-label-P67">
            <a:extLst xmlns:a="http://schemas.openxmlformats.org/drawingml/2006/main">
              <a:ext uri="{FF2B5EF4-FFF2-40B4-BE49-F238E27FC236}">
                <a16:creationId xmlns:a16="http://schemas.microsoft.com/office/drawing/2014/main" id="{8EF962D2-ED2B-480F-9FF7-3862BD6B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082" y="4265839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P67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H12</a:t>
            </a:r>
          </a:p>
        </p:txBody>
      </p:sp>
      <p:sp>
        <p:nvSpPr>
          <p:cNvPr id="112" name="outer-P71">
            <a:extLst xmlns:a="http://schemas.openxmlformats.org/drawingml/2006/main">
              <a:ext uri="{FF2B5EF4-FFF2-40B4-BE49-F238E27FC236}">
                <a16:creationId xmlns:a16="http://schemas.microsoft.com/office/drawing/2014/main" id="{0C3DFC50-DC3E-44EC-9AFE-0DE4BC7E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99907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EDB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3" name="outer-label-P71">
            <a:extLst xmlns:a="http://schemas.openxmlformats.org/drawingml/2006/main">
              <a:ext uri="{FF2B5EF4-FFF2-40B4-BE49-F238E27FC236}">
                <a16:creationId xmlns:a16="http://schemas.microsoft.com/office/drawing/2014/main" id="{CA10C09D-174E-4F9A-94DD-7F6023FC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18957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P71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H19</a:t>
            </a:r>
          </a:p>
        </p:txBody>
      </p:sp>
      <p:sp>
        <p:nvSpPr>
          <p:cNvPr id="114" name="outer-P72">
            <a:extLst xmlns:a="http://schemas.openxmlformats.org/drawingml/2006/main">
              <a:ext uri="{FF2B5EF4-FFF2-40B4-BE49-F238E27FC236}">
                <a16:creationId xmlns:a16="http://schemas.microsoft.com/office/drawing/2014/main" id="{EC310954-6D91-4E5C-B406-EAB276C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43" y="4699907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5" name="outer-label-P72">
            <a:extLst xmlns:a="http://schemas.openxmlformats.org/drawingml/2006/main">
              <a:ext uri="{FF2B5EF4-FFF2-40B4-BE49-F238E27FC236}">
                <a16:creationId xmlns:a16="http://schemas.microsoft.com/office/drawing/2014/main" id="{77113E9E-EE4A-4D74-8031-DCCE83ED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493" y="4718957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P72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H20</a:t>
            </a:r>
          </a:p>
        </p:txBody>
      </p:sp>
      <p:sp>
        <p:nvSpPr>
          <p:cNvPr id="116" name="outer-P73">
            <a:extLst xmlns:a="http://schemas.openxmlformats.org/drawingml/2006/main">
              <a:ext uri="{FF2B5EF4-FFF2-40B4-BE49-F238E27FC236}">
                <a16:creationId xmlns:a16="http://schemas.microsoft.com/office/drawing/2014/main" id="{CC5AB680-BADC-480C-BE7E-00CF2A12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561" y="4699907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D2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7" name="outer-label-P73">
            <a:extLst xmlns:a="http://schemas.openxmlformats.org/drawingml/2006/main">
              <a:ext uri="{FF2B5EF4-FFF2-40B4-BE49-F238E27FC236}">
                <a16:creationId xmlns:a16="http://schemas.microsoft.com/office/drawing/2014/main" id="{E467C26C-4A47-4B61-9F6D-10E60C86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11" y="4718957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P73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H21</a:t>
            </a:r>
          </a:p>
        </p:txBody>
      </p:sp>
      <p:sp>
        <p:nvSpPr>
          <p:cNvPr id="118" name="outer-P74">
            <a:extLst xmlns:a="http://schemas.openxmlformats.org/drawingml/2006/main">
              <a:ext uri="{FF2B5EF4-FFF2-40B4-BE49-F238E27FC236}">
                <a16:creationId xmlns:a16="http://schemas.microsoft.com/office/drawing/2014/main" id="{0A0A592A-8023-4A75-9E14-14D5A0CE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679" y="4699907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DE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19" name="outer-label-P74">
            <a:extLst xmlns:a="http://schemas.openxmlformats.org/drawingml/2006/main">
              <a:ext uri="{FF2B5EF4-FFF2-40B4-BE49-F238E27FC236}">
                <a16:creationId xmlns:a16="http://schemas.microsoft.com/office/drawing/2014/main" id="{77B4D94A-3189-4CEE-9833-966D0E3F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729" y="4718957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P74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H22</a:t>
            </a:r>
          </a:p>
        </p:txBody>
      </p:sp>
      <p:sp>
        <p:nvSpPr>
          <p:cNvPr id="120" name="outer-P75">
            <a:extLst xmlns:a="http://schemas.openxmlformats.org/drawingml/2006/main">
              <a:ext uri="{FF2B5EF4-FFF2-40B4-BE49-F238E27FC236}">
                <a16:creationId xmlns:a16="http://schemas.microsoft.com/office/drawing/2014/main" id="{CEBFB1CB-A8EF-4D3E-B019-A04F7C7F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796" y="4699907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9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21" name="outer-label-P75">
            <a:extLst xmlns:a="http://schemas.openxmlformats.org/drawingml/2006/main">
              <a:ext uri="{FF2B5EF4-FFF2-40B4-BE49-F238E27FC236}">
                <a16:creationId xmlns:a16="http://schemas.microsoft.com/office/drawing/2014/main" id="{B77A488A-76D5-40E1-88A0-2DC5A640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846" y="4718957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P75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H23</a:t>
            </a:r>
          </a:p>
        </p:txBody>
      </p:sp>
      <p:sp>
        <p:nvSpPr>
          <p:cNvPr id="122" name="outer-P76">
            <a:extLst xmlns:a="http://schemas.openxmlformats.org/drawingml/2006/main">
              <a:ext uri="{FF2B5EF4-FFF2-40B4-BE49-F238E27FC236}">
                <a16:creationId xmlns:a16="http://schemas.microsoft.com/office/drawing/2014/main" id="{A0571D9B-880E-4600-9E82-DF719631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914" y="4699907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5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23" name="outer-label-P76">
            <a:extLst xmlns:a="http://schemas.openxmlformats.org/drawingml/2006/main">
              <a:ext uri="{FF2B5EF4-FFF2-40B4-BE49-F238E27FC236}">
                <a16:creationId xmlns:a16="http://schemas.microsoft.com/office/drawing/2014/main" id="{F993A3C2-10C3-43CA-8D49-8F098E42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964" y="4718957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P76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H24</a:t>
            </a:r>
          </a:p>
        </p:txBody>
      </p:sp>
      <p:sp>
        <p:nvSpPr>
          <p:cNvPr id="124" name="outer-P77">
            <a:extLst xmlns:a="http://schemas.openxmlformats.org/drawingml/2006/main">
              <a:ext uri="{FF2B5EF4-FFF2-40B4-BE49-F238E27FC236}">
                <a16:creationId xmlns:a16="http://schemas.microsoft.com/office/drawing/2014/main" id="{3551EE8A-A9D1-444E-8A3C-7FD9E3F0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032" y="4699907"/>
            <a:ext cx="453118" cy="453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ED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25" name="outer-label-P77">
            <a:extLst xmlns:a="http://schemas.openxmlformats.org/drawingml/2006/main">
              <a:ext uri="{FF2B5EF4-FFF2-40B4-BE49-F238E27FC236}">
                <a16:creationId xmlns:a16="http://schemas.microsoft.com/office/drawing/2014/main" id="{7DBAFE6E-A5A7-4C11-9939-90DE00D6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082" y="4718957"/>
            <a:ext cx="415018" cy="41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P77</a:t>
            </a:r>
          </a:p>
          <a:p xmlns:a="http://schemas.openxmlformats.org/drawingml/2006/main">
            <a:pPr algn="ctr">
              <a:def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H1</a:t>
            </a:r>
          </a:p>
        </p:txBody>
      </p:sp>
      <p:sp>
        <p:nvSpPr>
          <p:cNvPr id="126" name="outer-frequency-note">
            <a:extLst xmlns:a="http://schemas.openxmlformats.org/drawingml/2006/main">
              <a:ext uri="{FF2B5EF4-FFF2-40B4-BE49-F238E27FC236}">
                <a16:creationId xmlns:a16="http://schemas.microsoft.com/office/drawing/2014/main" id="{7D7A337C-811E-4068-8671-594127A2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Hₖ决定该宏格使用的距离/方位调制频率</a:t>
            </a:r>
          </a:p>
        </p:txBody>
      </p:sp>
      <p:sp>
        <p:nvSpPr>
          <p:cNvPr id="127" name="inner-delay-panel">
            <a:extLst xmlns:a="http://schemas.openxmlformats.org/drawingml/2006/main">
              <a:ext uri="{FF2B5EF4-FFF2-40B4-BE49-F238E27FC236}">
                <a16:creationId xmlns:a16="http://schemas.microsoft.com/office/drawing/2014/main" id="{30435358-1226-40AF-AABC-FDFD394E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28750"/>
            <a:ext cx="2781300" cy="2381250"/>
          </a:xfrm>
          <a:prstGeom xmlns:a="http://schemas.openxmlformats.org/drawingml/2006/main" prst="roundRect">
            <a:avLst>
              <a:gd name="adj" fmla="val 32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28" name="inner-delay-title">
            <a:extLst xmlns:a="http://schemas.openxmlformats.org/drawingml/2006/main">
              <a:ext uri="{FF2B5EF4-FFF2-40B4-BE49-F238E27FC236}">
                <a16:creationId xmlns:a16="http://schemas.microsoft.com/office/drawing/2014/main" id="{43EF70B6-B3EF-460C-A84F-27B2F762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② 任取一个Pᵣ꜀：内部4×4时延</a:t>
            </a:r>
          </a:p>
        </p:txBody>
      </p:sp>
      <p:sp>
        <p:nvSpPr>
          <p:cNvPr id="129" name="inner-col-1">
            <a:extLst xmlns:a="http://schemas.openxmlformats.org/drawingml/2006/main">
              <a:ext uri="{FF2B5EF4-FFF2-40B4-BE49-F238E27FC236}">
                <a16:creationId xmlns:a16="http://schemas.microsoft.com/office/drawing/2014/main" id="{F08517B6-BCD3-4C86-B272-39797507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24025"/>
            <a:ext cx="371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288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A1</a:t>
            </a:r>
          </a:p>
        </p:txBody>
      </p:sp>
      <p:sp>
        <p:nvSpPr>
          <p:cNvPr id="130" name="inner-col-2">
            <a:extLst xmlns:a="http://schemas.openxmlformats.org/drawingml/2006/main">
              <a:ext uri="{FF2B5EF4-FFF2-40B4-BE49-F238E27FC236}">
                <a16:creationId xmlns:a16="http://schemas.microsoft.com/office/drawing/2014/main" id="{6E12514D-1C81-4AF9-B616-2D96A216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24025"/>
            <a:ext cx="371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288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A2</a:t>
            </a:r>
          </a:p>
        </p:txBody>
      </p:sp>
      <p:sp>
        <p:nvSpPr>
          <p:cNvPr id="131" name="inner-col-3">
            <a:extLst xmlns:a="http://schemas.openxmlformats.org/drawingml/2006/main">
              <a:ext uri="{FF2B5EF4-FFF2-40B4-BE49-F238E27FC236}">
                <a16:creationId xmlns:a16="http://schemas.microsoft.com/office/drawing/2014/main" id="{C281BB4D-6F3B-45A0-850B-B2568A32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24025"/>
            <a:ext cx="371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288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  <p:sp>
        <p:nvSpPr>
          <p:cNvPr id="132" name="inner-col-4">
            <a:extLst xmlns:a="http://schemas.openxmlformats.org/drawingml/2006/main">
              <a:ext uri="{FF2B5EF4-FFF2-40B4-BE49-F238E27FC236}">
                <a16:creationId xmlns:a16="http://schemas.microsoft.com/office/drawing/2014/main" id="{58C2BE43-8445-47B4-84E3-5774A87B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724025"/>
            <a:ext cx="371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288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A4</a:t>
            </a:r>
          </a:p>
        </p:txBody>
      </p:sp>
      <p:sp>
        <p:nvSpPr>
          <p:cNvPr id="133" name="inner-row-1">
            <a:extLst xmlns:a="http://schemas.openxmlformats.org/drawingml/2006/main">
              <a:ext uri="{FF2B5EF4-FFF2-40B4-BE49-F238E27FC236}">
                <a16:creationId xmlns:a16="http://schemas.microsoft.com/office/drawing/2014/main" id="{5FCA18EF-A47B-47C3-B242-663535D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24050"/>
            <a:ext cx="219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6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R1</a:t>
            </a:r>
          </a:p>
        </p:txBody>
      </p:sp>
      <p:sp>
        <p:nvSpPr>
          <p:cNvPr id="134" name="inner-row-2">
            <a:extLst xmlns:a="http://schemas.openxmlformats.org/drawingml/2006/main">
              <a:ext uri="{FF2B5EF4-FFF2-40B4-BE49-F238E27FC236}">
                <a16:creationId xmlns:a16="http://schemas.microsoft.com/office/drawing/2014/main" id="{21ABC47E-A648-4D82-B90E-D05FB9DC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95525"/>
            <a:ext cx="219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6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R2</a:t>
            </a:r>
          </a:p>
        </p:txBody>
      </p:sp>
      <p:sp>
        <p:nvSpPr>
          <p:cNvPr id="135" name="inner-row-3">
            <a:extLst xmlns:a="http://schemas.openxmlformats.org/drawingml/2006/main">
              <a:ext uri="{FF2B5EF4-FFF2-40B4-BE49-F238E27FC236}">
                <a16:creationId xmlns:a16="http://schemas.microsoft.com/office/drawing/2014/main" id="{28C5B7BA-ECD3-4D6A-8708-53C9F5F3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67000"/>
            <a:ext cx="219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6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R3</a:t>
            </a:r>
          </a:p>
        </p:txBody>
      </p:sp>
      <p:sp>
        <p:nvSpPr>
          <p:cNvPr id="136" name="inner-row-4">
            <a:extLst xmlns:a="http://schemas.openxmlformats.org/drawingml/2006/main">
              <a:ext uri="{FF2B5EF4-FFF2-40B4-BE49-F238E27FC236}">
                <a16:creationId xmlns:a16="http://schemas.microsoft.com/office/drawing/2014/main" id="{E07FA112-7CB8-4581-B4B3-EBD55144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38475"/>
            <a:ext cx="219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6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R4</a:t>
            </a:r>
          </a:p>
        </p:txBody>
      </p:sp>
      <p:sp>
        <p:nvSpPr>
          <p:cNvPr id="137" name="inner-P11">
            <a:extLst xmlns:a="http://schemas.openxmlformats.org/drawingml/2006/main">
              <a:ext uri="{FF2B5EF4-FFF2-40B4-BE49-F238E27FC236}">
                <a16:creationId xmlns:a16="http://schemas.microsoft.com/office/drawing/2014/main" id="{7DA5088C-8173-432C-BC95-EE614C68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38" name="inner-label-P11">
            <a:extLst xmlns:a="http://schemas.openxmlformats.org/drawingml/2006/main">
              <a:ext uri="{FF2B5EF4-FFF2-40B4-BE49-F238E27FC236}">
                <a16:creationId xmlns:a16="http://schemas.microsoft.com/office/drawing/2014/main" id="{9ADF5D07-123D-43A2-B85C-549C1F83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33575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P11</a:t>
            </a:r>
          </a:p>
          <a:p xmlns:a="http://schemas.openxmlformats.org/drawingml/2006/main">
            <a:pPr algn="ctr">
              <a:defRPr sz="54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540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39" name="inner-P12">
            <a:extLst xmlns:a="http://schemas.openxmlformats.org/drawingml/2006/main">
              <a:ext uri="{FF2B5EF4-FFF2-40B4-BE49-F238E27FC236}">
                <a16:creationId xmlns:a16="http://schemas.microsoft.com/office/drawing/2014/main" id="{76A69B9E-D9C8-43AD-824E-E1F66F89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924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0" name="inner-label-P12">
            <a:extLst xmlns:a="http://schemas.openxmlformats.org/drawingml/2006/main">
              <a:ext uri="{FF2B5EF4-FFF2-40B4-BE49-F238E27FC236}">
                <a16:creationId xmlns:a16="http://schemas.microsoft.com/office/drawing/2014/main" id="{A6AEAC0B-081A-4058-B3F2-C10AD701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33575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282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P12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41" name="inner-P13">
            <a:extLst xmlns:a="http://schemas.openxmlformats.org/drawingml/2006/main">
              <a:ext uri="{FF2B5EF4-FFF2-40B4-BE49-F238E27FC236}">
                <a16:creationId xmlns:a16="http://schemas.microsoft.com/office/drawing/2014/main" id="{B59EA7ED-CC34-4DC8-AFA6-6500B5AD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24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2" name="inner-label-P13">
            <a:extLst xmlns:a="http://schemas.openxmlformats.org/drawingml/2006/main">
              <a:ext uri="{FF2B5EF4-FFF2-40B4-BE49-F238E27FC236}">
                <a16:creationId xmlns:a16="http://schemas.microsoft.com/office/drawing/2014/main" id="{6A5459CB-E61A-42AF-B173-5157BB3C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933575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282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P13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43" name="inner-P14">
            <a:extLst xmlns:a="http://schemas.openxmlformats.org/drawingml/2006/main">
              <a:ext uri="{FF2B5EF4-FFF2-40B4-BE49-F238E27FC236}">
                <a16:creationId xmlns:a16="http://schemas.microsoft.com/office/drawing/2014/main" id="{DC775963-695F-41DD-8404-2FCAF683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924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4" name="inner-label-P14">
            <a:extLst xmlns:a="http://schemas.openxmlformats.org/drawingml/2006/main">
              <a:ext uri="{FF2B5EF4-FFF2-40B4-BE49-F238E27FC236}">
                <a16:creationId xmlns:a16="http://schemas.microsoft.com/office/drawing/2014/main" id="{5D04534B-1364-49D0-ADA1-B4892A7C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33575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282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P14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dᵣ=0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45" name="inner-P21">
            <a:extLst xmlns:a="http://schemas.openxmlformats.org/drawingml/2006/main">
              <a:ext uri="{FF2B5EF4-FFF2-40B4-BE49-F238E27FC236}">
                <a16:creationId xmlns:a16="http://schemas.microsoft.com/office/drawing/2014/main" id="{071DB91C-EFBE-4782-A56A-8E81D6F9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955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6" name="inner-label-P21">
            <a:extLst xmlns:a="http://schemas.openxmlformats.org/drawingml/2006/main">
              <a:ext uri="{FF2B5EF4-FFF2-40B4-BE49-F238E27FC236}">
                <a16:creationId xmlns:a16="http://schemas.microsoft.com/office/drawing/2014/main" id="{269D69C6-E17F-44DC-BD9B-E9A0EE7B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05050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282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P21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47" name="inner-P22">
            <a:extLst xmlns:a="http://schemas.openxmlformats.org/drawingml/2006/main">
              <a:ext uri="{FF2B5EF4-FFF2-40B4-BE49-F238E27FC236}">
                <a16:creationId xmlns:a16="http://schemas.microsoft.com/office/drawing/2014/main" id="{95723E9E-C16A-444A-9CB2-5686FD12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955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8" name="inner-label-P22">
            <a:extLst xmlns:a="http://schemas.openxmlformats.org/drawingml/2006/main">
              <a:ext uri="{FF2B5EF4-FFF2-40B4-BE49-F238E27FC236}">
                <a16:creationId xmlns:a16="http://schemas.microsoft.com/office/drawing/2014/main" id="{560B360D-6344-4903-8B6D-E8368CFD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5050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271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P22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49" name="inner-P23">
            <a:extLst xmlns:a="http://schemas.openxmlformats.org/drawingml/2006/main">
              <a:ext uri="{FF2B5EF4-FFF2-40B4-BE49-F238E27FC236}">
                <a16:creationId xmlns:a16="http://schemas.microsoft.com/office/drawing/2014/main" id="{49CFC854-05E2-4209-A6FE-698FC5A8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955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0" name="inner-label-P23">
            <a:extLst xmlns:a="http://schemas.openxmlformats.org/drawingml/2006/main">
              <a:ext uri="{FF2B5EF4-FFF2-40B4-BE49-F238E27FC236}">
                <a16:creationId xmlns:a16="http://schemas.microsoft.com/office/drawing/2014/main" id="{5E7AA2EF-3C3D-42C3-88D3-9354F988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305050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396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P23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51" name="inner-P24">
            <a:extLst xmlns:a="http://schemas.openxmlformats.org/drawingml/2006/main">
              <a:ext uri="{FF2B5EF4-FFF2-40B4-BE49-F238E27FC236}">
                <a16:creationId xmlns:a16="http://schemas.microsoft.com/office/drawing/2014/main" id="{54B56F4B-01E5-4451-83A1-432C2198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2955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2" name="inner-label-P24">
            <a:extLst xmlns:a="http://schemas.openxmlformats.org/drawingml/2006/main">
              <a:ext uri="{FF2B5EF4-FFF2-40B4-BE49-F238E27FC236}">
                <a16:creationId xmlns:a16="http://schemas.microsoft.com/office/drawing/2014/main" id="{38FCDEAD-A321-4EC0-856B-1487BF27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05050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271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P24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dᵣ=1/10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53" name="inner-P31">
            <a:extLst xmlns:a="http://schemas.openxmlformats.org/drawingml/2006/main">
              <a:ext uri="{FF2B5EF4-FFF2-40B4-BE49-F238E27FC236}">
                <a16:creationId xmlns:a16="http://schemas.microsoft.com/office/drawing/2014/main" id="{B9A7CF73-FF75-4428-B0AF-5441BFB5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4" name="inner-label-P31">
            <a:extLst xmlns:a="http://schemas.openxmlformats.org/drawingml/2006/main">
              <a:ext uri="{FF2B5EF4-FFF2-40B4-BE49-F238E27FC236}">
                <a16:creationId xmlns:a16="http://schemas.microsoft.com/office/drawing/2014/main" id="{EA501287-239F-48FE-A1E8-530E1709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676525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282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P31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55" name="inner-P32">
            <a:extLst xmlns:a="http://schemas.openxmlformats.org/drawingml/2006/main">
              <a:ext uri="{FF2B5EF4-FFF2-40B4-BE49-F238E27FC236}">
                <a16:creationId xmlns:a16="http://schemas.microsoft.com/office/drawing/2014/main" id="{5BCBA3FD-8995-4FAC-B14D-E0AA3584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67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6" name="inner-label-P32">
            <a:extLst xmlns:a="http://schemas.openxmlformats.org/drawingml/2006/main">
              <a:ext uri="{FF2B5EF4-FFF2-40B4-BE49-F238E27FC236}">
                <a16:creationId xmlns:a16="http://schemas.microsoft.com/office/drawing/2014/main" id="{76DC6447-224F-4B8A-A282-F3937FB9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76525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979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P32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57" name="inner-P33">
            <a:extLst xmlns:a="http://schemas.openxmlformats.org/drawingml/2006/main">
              <a:ext uri="{FF2B5EF4-FFF2-40B4-BE49-F238E27FC236}">
                <a16:creationId xmlns:a16="http://schemas.microsoft.com/office/drawing/2014/main" id="{FAF4F6E9-DE1D-4940-A485-4A5F7C5F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67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58" name="inner-label-P33">
            <a:extLst xmlns:a="http://schemas.openxmlformats.org/drawingml/2006/main">
              <a:ext uri="{FF2B5EF4-FFF2-40B4-BE49-F238E27FC236}">
                <a16:creationId xmlns:a16="http://schemas.microsoft.com/office/drawing/2014/main" id="{B98774D3-3DAD-4F90-8144-4C235A0B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676525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979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P33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59" name="inner-P34">
            <a:extLst xmlns:a="http://schemas.openxmlformats.org/drawingml/2006/main">
              <a:ext uri="{FF2B5EF4-FFF2-40B4-BE49-F238E27FC236}">
                <a16:creationId xmlns:a16="http://schemas.microsoft.com/office/drawing/2014/main" id="{6D742308-53B6-492C-92EF-8B6882CB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667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0" name="inner-label-P34">
            <a:extLst xmlns:a="http://schemas.openxmlformats.org/drawingml/2006/main">
              <a:ext uri="{FF2B5EF4-FFF2-40B4-BE49-F238E27FC236}">
                <a16:creationId xmlns:a16="http://schemas.microsoft.com/office/drawing/2014/main" id="{5BBFDF7D-38F3-44F3-8BCB-707D7231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76525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979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P34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dᵣ=5/6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61" name="inner-P41">
            <a:extLst xmlns:a="http://schemas.openxmlformats.org/drawingml/2006/main">
              <a:ext uri="{FF2B5EF4-FFF2-40B4-BE49-F238E27FC236}">
                <a16:creationId xmlns:a16="http://schemas.microsoft.com/office/drawing/2014/main" id="{391DA55F-DC69-4F71-A8FC-7C497E49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2" name="inner-label-P41">
            <a:extLst xmlns:a="http://schemas.openxmlformats.org/drawingml/2006/main">
              <a:ext uri="{FF2B5EF4-FFF2-40B4-BE49-F238E27FC236}">
                <a16:creationId xmlns:a16="http://schemas.microsoft.com/office/drawing/2014/main" id="{BFFF2DBC-1A66-483B-9A4C-4EC48914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48000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282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P41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dₐ=0</a:t>
            </a:r>
          </a:p>
        </p:txBody>
      </p:sp>
      <p:sp>
        <p:nvSpPr>
          <p:cNvPr id="163" name="inner-P42">
            <a:extLst xmlns:a="http://schemas.openxmlformats.org/drawingml/2006/main">
              <a:ext uri="{FF2B5EF4-FFF2-40B4-BE49-F238E27FC236}">
                <a16:creationId xmlns:a16="http://schemas.microsoft.com/office/drawing/2014/main" id="{80727B67-0EBD-4007-A1C7-0E5F8FF3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384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4" name="inner-label-P42">
            <a:extLst xmlns:a="http://schemas.openxmlformats.org/drawingml/2006/main">
              <a:ext uri="{FF2B5EF4-FFF2-40B4-BE49-F238E27FC236}">
                <a16:creationId xmlns:a16="http://schemas.microsoft.com/office/drawing/2014/main" id="{802453E0-47A4-4996-B80C-54A6EA05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15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P42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dₐ=1/10</a:t>
            </a:r>
          </a:p>
        </p:txBody>
      </p:sp>
      <p:sp>
        <p:nvSpPr>
          <p:cNvPr id="165" name="inner-P43">
            <a:extLst xmlns:a="http://schemas.openxmlformats.org/drawingml/2006/main">
              <a:ext uri="{FF2B5EF4-FFF2-40B4-BE49-F238E27FC236}">
                <a16:creationId xmlns:a16="http://schemas.microsoft.com/office/drawing/2014/main" id="{F43E9BE8-B45C-44CA-9472-75E2E46C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384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6" name="inner-label-P43">
            <a:extLst xmlns:a="http://schemas.openxmlformats.org/drawingml/2006/main">
              <a:ext uri="{FF2B5EF4-FFF2-40B4-BE49-F238E27FC236}">
                <a16:creationId xmlns:a16="http://schemas.microsoft.com/office/drawing/2014/main" id="{62EC6EDC-A441-4447-95DF-F85BD6B1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048000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396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P43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dₐ=5/6</a:t>
            </a:r>
          </a:p>
        </p:txBody>
      </p:sp>
      <p:sp>
        <p:nvSpPr>
          <p:cNvPr id="167" name="inner-P44">
            <a:extLst xmlns:a="http://schemas.openxmlformats.org/drawingml/2006/main">
              <a:ext uri="{FF2B5EF4-FFF2-40B4-BE49-F238E27FC236}">
                <a16:creationId xmlns:a16="http://schemas.microsoft.com/office/drawing/2014/main" id="{2B84DB28-A43D-49D5-BB3B-441F0314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0384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68" name="inner-label-P44">
            <a:extLst xmlns:a="http://schemas.openxmlformats.org/drawingml/2006/main">
              <a:ext uri="{FF2B5EF4-FFF2-40B4-BE49-F238E27FC236}">
                <a16:creationId xmlns:a16="http://schemas.microsoft.com/office/drawing/2014/main" id="{5D7AFB3B-9BE9-4EE6-A215-E3F5AFD5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48000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426"/>
          </a:bodyPr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P44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dᵣ=14/15</a:t>
            </a:r>
          </a:p>
          <a:p xmlns:a="http://schemas.openxmlformats.org/drawingml/2006/main">
            <a:pPr algn="ctr">
              <a:def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540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dₐ=14/15</a:t>
            </a:r>
          </a:p>
        </p:txBody>
      </p:sp>
      <p:sp>
        <p:nvSpPr>
          <p:cNvPr id="169" name="inner-delay-note">
            <a:extLst xmlns:a="http://schemas.openxmlformats.org/drawingml/2006/main">
              <a:ext uri="{FF2B5EF4-FFF2-40B4-BE49-F238E27FC236}">
                <a16:creationId xmlns:a16="http://schemas.microsoft.com/office/drawing/2014/main" id="{72596DC5-1F71-4354-960D-6AF80E06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671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7C5CE0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7C5CE0"/>
                </a:solidFill>
                <a:latin typeface="PingFang SC"/>
                <a:ea typeface="PingFang SC"/>
                <a:cs typeface="PingFang SC"/>
              </a:rPr>
              <a:t>实际时延：tᵣ=dᵣTᵣ，tₐ=dₐTₐ</a:t>
            </a:r>
          </a:p>
        </p:txBody>
      </p:sp>
      <p:sp>
        <p:nvSpPr>
          <p:cNvPr id="170" name="sar-panel">
            <a:extLst xmlns:a="http://schemas.openxmlformats.org/drawingml/2006/main">
              <a:ext uri="{FF2B5EF4-FFF2-40B4-BE49-F238E27FC236}">
                <a16:creationId xmlns:a16="http://schemas.microsoft.com/office/drawing/2014/main" id="{953671D8-6006-49FD-956C-0E72ED1D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24300"/>
            <a:ext cx="2781300" cy="1771650"/>
          </a:xfrm>
          <a:prstGeom xmlns:a="http://schemas.openxmlformats.org/drawingml/2006/main" prst="roundRect">
            <a:avLst>
              <a:gd name="adj" fmla="val 430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71" name="sar-panel-title">
            <a:extLst xmlns:a="http://schemas.openxmlformats.org/drawingml/2006/main">
              <a:ext uri="{FF2B5EF4-FFF2-40B4-BE49-F238E27FC236}">
                <a16:creationId xmlns:a16="http://schemas.microsoft.com/office/drawing/2014/main" id="{3B701AC1-82C6-4762-ABC1-FF0DDBFD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③ 手机草图SAR结果</a:t>
            </a:r>
          </a:p>
        </p:txBody>
      </p:sp>
      <p:pic>
        <p:nvPicPr>
          <p:cNvPr id="3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3b91965364d7e"/>
          <a:stretch xmlns:a="http://schemas.openxmlformats.org/drawingml/2006/main"/>
        </p:blipFill>
        <p:spPr>
          <a:xfrm xmlns:a="http://schemas.openxmlformats.org/drawingml/2006/main">
            <a:off x="4826047" y="4324350"/>
            <a:ext cx="1358806" cy="129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200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77F42-56A1-49C0-B4E0-2D5FDBD5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纯净度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AD303-FFA5-435B-A766-1B42B03F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副像控制：每个手绘通道都用内部4×4时延把−3/+5/+9变成零陷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0D262-C554-45A5-B833-2EA80795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00B21-F34C-42C1-B10E-0874A2DD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197BC-0A45-4D32-94DD-6655359C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68199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3e70725ce4180"/>
          <a:stretch xmlns:a="http://schemas.openxmlformats.org/drawingml/2006/main"/>
        </p:blipFill>
        <p:spPr>
          <a:xfrm xmlns:a="http://schemas.openxmlformats.org/drawingml/2006/main">
            <a:off x="438150" y="1666958"/>
            <a:ext cx="6743700" cy="361933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235E2-400E-4A91-A98B-287EBE99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52550"/>
            <a:ext cx="38290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A88B6-FB29-4EDF-BC7B-8D7FBD41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240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核心相量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D9412-313E-4386-8854-8A8BEB28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33575"/>
            <a:ext cx="34099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第n阶获得相位因子 exp(−j2πndₚ)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Sₙ=(1/4)Σₚ exp(−j2πndₚ)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选择d=[0,1/10,5/6,14/15]T，使S₋₃=S₊₅=0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27634-EEE3-4F01-93C1-2B57E909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24250"/>
            <a:ext cx="38290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8400B-7111-42B3-969E-A38DB6E2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957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9A6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9A69"/>
                </a:solidFill>
                <a:latin typeface="PingFang SC"/>
                <a:ea typeface="PingFang SC"/>
                <a:cs typeface="PingFang SC"/>
              </a:rPr>
              <a:t>结果含义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A3009-FEF3-4F40-870D-975F50F8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05275"/>
            <a:ext cx="3409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保留目标(+1,+1)的同时压制外侧十字像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没有通过提高显示门限“藏掉”副像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剩余更高阶可继续增加分区或优化时延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49ACF-FBCC-4C5C-890D-64EB1210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外侧十字像的规范名称：高阶谐波副像 / 量化杂散谐波像（high-order harmonic replicas）。</a:t>
            </a:r>
          </a:p>
        </p:txBody>
      </p:sp>
    </p:spTree>
    <p:extLst>
      <p:ext uri="{BB962C8B-B14F-4D97-AF65-F5344CB8AC3E}">
        <p14:creationId xmlns:p14="http://schemas.microsoft.com/office/powerpoint/2010/main" val="10488177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341BF5-12BF-499F-8FCA-2E321623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工程实现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E49B2-C770-4118-A995-FCC0BFE8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投版建议：单极化2-bit PIN + 两级逻辑超单元 + 手机/FPGA控制链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69A09-2EA1-48D3-B2E2-73C3F77F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14596-2296-4111-B2A7-DD20E9D4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912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ED286-C4D7-47DC-BD2C-C2231740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34480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292B5-9E33-4E9E-AA16-60A396C3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电磁单元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781A9-7B26-43A7-82F6-2A882C91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单极化即可满足当前单站SAR验证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每单元2个PIN管形成00/01/10/11四相位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四态需近似等幅、相差90°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优先优化10 GHz附近斜入射与带宽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6363B-4537-427A-B589-737494A9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09700"/>
            <a:ext cx="34480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BE5EF-2420-4719-B44E-61081DE0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811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控制与布线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A6D03-A7C3-4F7B-AB5C-95B6F761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90725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外层宏格负责分配目标通道Hₖ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每个宏格内部含4×4循环时延子组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FPGA输出四态码与循环时延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距离/方位码按快时间和慢时间两级调度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530A9-3464-4D9F-A4B2-8B87F5ED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09700"/>
            <a:ext cx="36004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17E1C-6BF4-479B-923D-38554BBC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811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9A6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9A69"/>
                </a:solidFill>
                <a:latin typeface="PingFang SC"/>
                <a:ea typeface="PingFang SC"/>
                <a:cs typeface="PingFang SC"/>
              </a:rPr>
              <a:t>实验判据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450E7-C120-486E-8DBC-A730E902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90725"/>
            <a:ext cx="31813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先测四态反射幅相，再回填MATLAB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目标16点幅差&lt;1 dB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−3/+5十字副像低于目标20–30 dBc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• 核对开关速率、驱动延迟与同步抖动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39142-C9A4-45A0-8847-7B240DAD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09156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9C80B-DBBE-4823-BB14-061EE587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1B7E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B7E8"/>
                </a:solidFill>
                <a:latin typeface="PingFang SC"/>
                <a:ea typeface="PingFang SC"/>
                <a:cs typeface="PingFang SC"/>
              </a:rPr>
              <a:t>下一步最小闭环实验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A154A-C20F-487C-A54F-D77D036D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1030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① 单元CST/HFSS四态幅相 → ② 两级逻辑分区样板 → ③ 单频谐波谱 → ④ 手机掩膜编译与FPGA下载 → ⑤ LFM回波/SAR成像 → ⑥ 实测幅相回填MATLAB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38855-0646-4DA0-AEB4-CAD210BB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1DA08-EA9C-4010-BDB8-C4E1A9E8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推荐首版：单极化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8E4F1-FF64-4AF6-8E7A-C2907485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FF4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023F3-4CB7-4C12-9AA1-29C61EB2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8578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2-bit：四相位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236EB-184C-475B-9344-11EBB17B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102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EAF8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5FA95-5B6C-4BFD-B4DC-227DCE5B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8578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9A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9A69"/>
                </a:solidFill>
                <a:latin typeface="PingFang SC"/>
                <a:ea typeface="PingFang SC"/>
                <a:cs typeface="PingFang SC"/>
              </a:rPr>
              <a:t>PIN：高速开关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921BB-B8B5-4098-A72B-EF65491B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1025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9525">
            <a:solidFill>
              <a:srgbClr val="F1E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386601-C549-40A9-8F24-280F7C18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8578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C5CE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C5CE0"/>
                </a:solidFill>
                <a:latin typeface="PingFang SC"/>
                <a:ea typeface="PingFang SC"/>
                <a:cs typeface="PingFang SC"/>
              </a:rPr>
              <a:t>7×7：最多49个绘制点</a:t>
            </a:r>
          </a:p>
        </p:txBody>
      </p:sp>
    </p:spTree>
    <p:extLst>
      <p:ext uri="{BB962C8B-B14F-4D97-AF65-F5344CB8AC3E}">
        <p14:creationId xmlns:p14="http://schemas.microsoft.com/office/powerpoint/2010/main" val="165285469"/>
      </p:ext>
    </p:extLst>
  </p:cSld>
</p:sld>
</file>

<file path=ppt/theme/theme1.xml><?xml version="1.0" encoding="utf-8"?>
<a:theme xmlns:a="http://schemas.openxmlformats.org/drawingml/2006/main" name="ChatGPT">
  <a:themeElements>
    <a:clrScheme name="Codex Grid SAR">
      <a:dk1>
        <a:srgbClr val="000000"/>
      </a:dk1>
      <a:lt1>
        <a:srgbClr val="FFFFFF"/>
      </a:lt1>
      <a:dk2>
        <a:srgbClr val="102A43"/>
      </a:dk2>
      <a:lt2>
        <a:srgbClr val="D6DEE6"/>
      </a:lt2>
      <a:accent1>
        <a:srgbClr val="2563EB"/>
      </a:accent1>
      <a:accent2>
        <a:srgbClr val="31B7E8"/>
      </a:accent2>
      <a:accent3>
        <a:srgbClr val="F59E0B"/>
      </a:accent3>
      <a:accent4>
        <a:srgbClr val="D64545"/>
      </a:accent4>
      <a:accent5>
        <a:srgbClr val="7C5CE0"/>
      </a:accent5>
      <a:accent6>
        <a:srgbClr val="159A69"/>
      </a:accent6>
      <a:hlink>
        <a:srgbClr val="2563EB"/>
      </a:hlink>
      <a:folHlink>
        <a:srgbClr val="7C5CE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dex Grid SA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2026-08-17T14:53:36.8950000Z</dcterms:created>
  <dcterms:modified xsi:type="dcterms:W3CDTF">2026-08-17T14:53:36.8950000Z</dcterms:modified>
</coreProperties>
</file>